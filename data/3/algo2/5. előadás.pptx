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70" r:id="rId2"/>
    <p:sldId id="305" r:id="rId3"/>
    <p:sldId id="271" r:id="rId4"/>
    <p:sldId id="272" r:id="rId5"/>
    <p:sldId id="273" r:id="rId6"/>
    <p:sldId id="274" r:id="rId7"/>
    <p:sldId id="280" r:id="rId8"/>
    <p:sldId id="275" r:id="rId9"/>
    <p:sldId id="276" r:id="rId10"/>
    <p:sldId id="281" r:id="rId11"/>
    <p:sldId id="277" r:id="rId12"/>
    <p:sldId id="279" r:id="rId13"/>
    <p:sldId id="278" r:id="rId14"/>
    <p:sldId id="282" r:id="rId15"/>
    <p:sldId id="283" r:id="rId16"/>
    <p:sldId id="532" r:id="rId17"/>
    <p:sldId id="286" r:id="rId18"/>
    <p:sldId id="533" r:id="rId19"/>
    <p:sldId id="284" r:id="rId20"/>
    <p:sldId id="534" r:id="rId21"/>
    <p:sldId id="287" r:id="rId22"/>
    <p:sldId id="285" r:id="rId23"/>
    <p:sldId id="289" r:id="rId24"/>
    <p:sldId id="531" r:id="rId25"/>
    <p:sldId id="535" r:id="rId26"/>
    <p:sldId id="26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797933-8012-4CBF-8A85-51898EDC25E1}" v="20" dt="2025-10-13T16:49:17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égfelhasználó" userId="S::urn:spo:anon#8e38c3e48961c4a9907a9fcf7018d302a79c76a66ebf46efb9c716eefbe046a4::" providerId="AD" clId="Web-{E5ED61A3-FC01-28E2-0DAE-A10EC4051393}"/>
    <pc:docChg chg="modSld">
      <pc:chgData name="Vendégfelhasználó" userId="S::urn:spo:anon#8e38c3e48961c4a9907a9fcf7018d302a79c76a66ebf46efb9c716eefbe046a4::" providerId="AD" clId="Web-{E5ED61A3-FC01-28E2-0DAE-A10EC4051393}" dt="2023-12-18T11:46:59.202" v="1" actId="1076"/>
      <pc:docMkLst>
        <pc:docMk/>
      </pc:docMkLst>
      <pc:sldChg chg="modSp">
        <pc:chgData name="Vendégfelhasználó" userId="S::urn:spo:anon#8e38c3e48961c4a9907a9fcf7018d302a79c76a66ebf46efb9c716eefbe046a4::" providerId="AD" clId="Web-{E5ED61A3-FC01-28E2-0DAE-A10EC4051393}" dt="2023-12-18T11:46:59.202" v="1" actId="1076"/>
        <pc:sldMkLst>
          <pc:docMk/>
          <pc:sldMk cId="2197946013" sldId="272"/>
        </pc:sldMkLst>
      </pc:sldChg>
    </pc:docChg>
  </pc:docChgLst>
  <pc:docChgLst>
    <pc:chgData name="Vendégfelhasználó" userId="S::urn:spo:anon#0abc0a7f1b0d275dd4de664e695fed33f6c7321a82e2e1b7bb7cb7f10f84f3a4::" providerId="AD" clId="Web-{EB75671A-736B-C20F-5045-00F322D53999}"/>
    <pc:docChg chg="modSld">
      <pc:chgData name="Vendégfelhasználó" userId="S::urn:spo:anon#0abc0a7f1b0d275dd4de664e695fed33f6c7321a82e2e1b7bb7cb7f10f84f3a4::" providerId="AD" clId="Web-{EB75671A-736B-C20F-5045-00F322D53999}" dt="2023-11-25T14:38:35.370" v="3" actId="1076"/>
      <pc:docMkLst>
        <pc:docMk/>
      </pc:docMkLst>
      <pc:sldChg chg="modSp">
        <pc:chgData name="Vendégfelhasználó" userId="S::urn:spo:anon#0abc0a7f1b0d275dd4de664e695fed33f6c7321a82e2e1b7bb7cb7f10f84f3a4::" providerId="AD" clId="Web-{EB75671A-736B-C20F-5045-00F322D53999}" dt="2023-11-25T14:38:35.370" v="3" actId="1076"/>
        <pc:sldMkLst>
          <pc:docMk/>
          <pc:sldMk cId="1146606013" sldId="274"/>
        </pc:sldMkLst>
      </pc:sldChg>
    </pc:docChg>
  </pc:docChgLst>
  <pc:docChgLst>
    <pc:chgData name="Kovácsné Pusztai Kinga" userId="1282fdc4-838f-4805-a47a-02b770215156" providerId="ADAL" clId="{0A367566-D1C7-4A76-A384-D8A48B960B99}"/>
    <pc:docChg chg="undo custSel addSld delSld modSld sldOrd">
      <pc:chgData name="Kovácsné Pusztai Kinga" userId="1282fdc4-838f-4805-a47a-02b770215156" providerId="ADAL" clId="{0A367566-D1C7-4A76-A384-D8A48B960B99}" dt="2024-10-13T18:09:55.264" v="235" actId="47"/>
      <pc:docMkLst>
        <pc:docMk/>
      </pc:docMkLst>
      <pc:sldChg chg="ord">
        <pc:chgData name="Kovácsné Pusztai Kinga" userId="1282fdc4-838f-4805-a47a-02b770215156" providerId="ADAL" clId="{0A367566-D1C7-4A76-A384-D8A48B960B99}" dt="2024-10-07T17:10:45.958" v="1"/>
        <pc:sldMkLst>
          <pc:docMk/>
          <pc:sldMk cId="2197946013" sldId="272"/>
        </pc:sldMkLst>
      </pc:sldChg>
      <pc:sldChg chg="modSp mod">
        <pc:chgData name="Kovácsné Pusztai Kinga" userId="1282fdc4-838f-4805-a47a-02b770215156" providerId="ADAL" clId="{0A367566-D1C7-4A76-A384-D8A48B960B99}" dt="2024-10-08T07:44:54.590" v="91" actId="115"/>
        <pc:sldMkLst>
          <pc:docMk/>
          <pc:sldMk cId="1243682139" sldId="283"/>
        </pc:sldMkLst>
      </pc:sldChg>
      <pc:sldChg chg="modSp mod">
        <pc:chgData name="Kovácsné Pusztai Kinga" userId="1282fdc4-838f-4805-a47a-02b770215156" providerId="ADAL" clId="{0A367566-D1C7-4A76-A384-D8A48B960B99}" dt="2024-10-13T16:37:12.877" v="94" actId="1076"/>
        <pc:sldMkLst>
          <pc:docMk/>
          <pc:sldMk cId="1455441891" sldId="284"/>
        </pc:sldMkLst>
      </pc:sldChg>
      <pc:sldChg chg="addSp delSp modSp new del mod setBg">
        <pc:chgData name="Kovácsné Pusztai Kinga" userId="1282fdc4-838f-4805-a47a-02b770215156" providerId="ADAL" clId="{0A367566-D1C7-4A76-A384-D8A48B960B99}" dt="2024-10-13T18:09:55.264" v="235" actId="47"/>
        <pc:sldMkLst>
          <pc:docMk/>
          <pc:sldMk cId="4066371177" sldId="288"/>
        </pc:sldMkLst>
      </pc:sldChg>
      <pc:sldChg chg="addSp delSp modSp new mod modClrScheme chgLayout">
        <pc:chgData name="Kovácsné Pusztai Kinga" userId="1282fdc4-838f-4805-a47a-02b770215156" providerId="ADAL" clId="{0A367566-D1C7-4A76-A384-D8A48B960B99}" dt="2024-10-13T18:09:41.259" v="234" actId="14100"/>
        <pc:sldMkLst>
          <pc:docMk/>
          <pc:sldMk cId="1593605201" sldId="289"/>
        </pc:sldMkLst>
      </pc:sldChg>
    </pc:docChg>
  </pc:docChgLst>
  <pc:docChgLst>
    <pc:chgData name="Vendégfelhasználó" userId="S::urn:spo:anon#a9e0cf27d2e2940032daca1f9067f27a0c30afbbe5c51c23d7eb2c1e2d8d28c2::" providerId="AD" clId="Web-{AF57CD22-2F18-54B8-C5A6-D6D1C7FB24DF}"/>
    <pc:docChg chg="modSld">
      <pc:chgData name="Vendégfelhasználó" userId="S::urn:spo:anon#a9e0cf27d2e2940032daca1f9067f27a0c30afbbe5c51c23d7eb2c1e2d8d28c2::" providerId="AD" clId="Web-{AF57CD22-2F18-54B8-C5A6-D6D1C7FB24DF}" dt="2023-12-27T14:39:16.968" v="4" actId="1076"/>
      <pc:docMkLst>
        <pc:docMk/>
      </pc:docMkLst>
      <pc:sldChg chg="modSp">
        <pc:chgData name="Vendégfelhasználó" userId="S::urn:spo:anon#a9e0cf27d2e2940032daca1f9067f27a0c30afbbe5c51c23d7eb2c1e2d8d28c2::" providerId="AD" clId="Web-{AF57CD22-2F18-54B8-C5A6-D6D1C7FB24DF}" dt="2023-12-27T14:39:13.749" v="3" actId="20577"/>
        <pc:sldMkLst>
          <pc:docMk/>
          <pc:sldMk cId="3209727511" sldId="277"/>
        </pc:sldMkLst>
      </pc:sldChg>
      <pc:sldChg chg="modSp">
        <pc:chgData name="Vendégfelhasználó" userId="S::urn:spo:anon#a9e0cf27d2e2940032daca1f9067f27a0c30afbbe5c51c23d7eb2c1e2d8d28c2::" providerId="AD" clId="Web-{AF57CD22-2F18-54B8-C5A6-D6D1C7FB24DF}" dt="2023-12-27T14:39:16.968" v="4" actId="1076"/>
        <pc:sldMkLst>
          <pc:docMk/>
          <pc:sldMk cId="3512247430" sldId="278"/>
        </pc:sldMkLst>
      </pc:sldChg>
    </pc:docChg>
  </pc:docChgLst>
  <pc:docChgLst>
    <pc:chgData name="Kovácsné Pusztai Kinga" userId="1282fdc4-838f-4805-a47a-02b770215156" providerId="ADAL" clId="{98E08C5A-1C09-493F-867B-14D6A137ACEF}"/>
    <pc:docChg chg="undo custSel addSld delSld modSld">
      <pc:chgData name="Kovácsné Pusztai Kinga" userId="1282fdc4-838f-4805-a47a-02b770215156" providerId="ADAL" clId="{98E08C5A-1C09-493F-867B-14D6A137ACEF}" dt="2023-08-06T21:51:51.624" v="1222" actId="1076"/>
      <pc:docMkLst>
        <pc:docMk/>
      </pc:docMkLst>
      <pc:sldChg chg="modSp mod">
        <pc:chgData name="Kovácsné Pusztai Kinga" userId="1282fdc4-838f-4805-a47a-02b770215156" providerId="ADAL" clId="{98E08C5A-1C09-493F-867B-14D6A137ACEF}" dt="2023-08-06T18:58:04.029" v="5" actId="20577"/>
        <pc:sldMkLst>
          <pc:docMk/>
          <pc:sldMk cId="2431493244" sldId="270"/>
        </pc:sldMkLst>
      </pc:sldChg>
      <pc:sldChg chg="addSp modSp new mod">
        <pc:chgData name="Kovácsné Pusztai Kinga" userId="1282fdc4-838f-4805-a47a-02b770215156" providerId="ADAL" clId="{98E08C5A-1C09-493F-867B-14D6A137ACEF}" dt="2023-08-06T19:22:17.274" v="102" actId="20577"/>
        <pc:sldMkLst>
          <pc:docMk/>
          <pc:sldMk cId="752790000" sldId="271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014441122" sldId="271"/>
        </pc:sldMkLst>
      </pc:sldChg>
      <pc:sldChg chg="modSp new mod">
        <pc:chgData name="Kovácsné Pusztai Kinga" userId="1282fdc4-838f-4805-a47a-02b770215156" providerId="ADAL" clId="{98E08C5A-1C09-493F-867B-14D6A137ACEF}" dt="2023-08-06T19:26:57.476" v="114" actId="255"/>
        <pc:sldMkLst>
          <pc:docMk/>
          <pc:sldMk cId="2197946013" sldId="272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423215817" sldId="272"/>
        </pc:sldMkLst>
      </pc:sldChg>
      <pc:sldChg chg="modSp new mod">
        <pc:chgData name="Kovácsné Pusztai Kinga" userId="1282fdc4-838f-4805-a47a-02b770215156" providerId="ADAL" clId="{98E08C5A-1C09-493F-867B-14D6A137ACEF}" dt="2023-08-06T19:39:35.158" v="153" actId="2711"/>
        <pc:sldMkLst>
          <pc:docMk/>
          <pc:sldMk cId="1679198842" sldId="273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521729498" sldId="273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564132102" sldId="274"/>
        </pc:sldMkLst>
      </pc:sldChg>
      <pc:sldChg chg="addSp delSp modSp new mod modAnim">
        <pc:chgData name="Kovácsné Pusztai Kinga" userId="1282fdc4-838f-4805-a47a-02b770215156" providerId="ADAL" clId="{98E08C5A-1C09-493F-867B-14D6A137ACEF}" dt="2023-08-06T19:56:54.484" v="379"/>
        <pc:sldMkLst>
          <pc:docMk/>
          <pc:sldMk cId="1146606013" sldId="274"/>
        </pc:sldMkLst>
      </pc:sldChg>
      <pc:sldChg chg="addSp delSp modSp new mod modAnim">
        <pc:chgData name="Kovácsné Pusztai Kinga" userId="1282fdc4-838f-4805-a47a-02b770215156" providerId="ADAL" clId="{98E08C5A-1C09-493F-867B-14D6A137ACEF}" dt="2023-08-06T20:50:38.881" v="692"/>
        <pc:sldMkLst>
          <pc:docMk/>
          <pc:sldMk cId="1705769678" sldId="275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423642172" sldId="275"/>
        </pc:sldMkLst>
      </pc:sldChg>
      <pc:sldChg chg="modSp new mod">
        <pc:chgData name="Kovácsné Pusztai Kinga" userId="1282fdc4-838f-4805-a47a-02b770215156" providerId="ADAL" clId="{98E08C5A-1C09-493F-867B-14D6A137ACEF}" dt="2023-08-06T21:13:50.661" v="849" actId="6549"/>
        <pc:sldMkLst>
          <pc:docMk/>
          <pc:sldMk cId="1562399448" sldId="276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289357718" sldId="276"/>
        </pc:sldMkLst>
      </pc:sldChg>
      <pc:sldChg chg="add del">
        <pc:chgData name="Kovácsné Pusztai Kinga" userId="1282fdc4-838f-4805-a47a-02b770215156" providerId="ADAL" clId="{98E08C5A-1C09-493F-867B-14D6A137ACEF}" dt="2023-08-06T20:51:30.870" v="693" actId="47"/>
        <pc:sldMkLst>
          <pc:docMk/>
          <pc:sldMk cId="3247726134" sldId="276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87756888" sldId="277"/>
        </pc:sldMkLst>
      </pc:sldChg>
      <pc:sldChg chg="addSp modSp new mod">
        <pc:chgData name="Kovácsné Pusztai Kinga" userId="1282fdc4-838f-4805-a47a-02b770215156" providerId="ADAL" clId="{98E08C5A-1C09-493F-867B-14D6A137ACEF}" dt="2023-08-06T21:18:17.240" v="880" actId="1076"/>
        <pc:sldMkLst>
          <pc:docMk/>
          <pc:sldMk cId="3209727511" sldId="277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43278059" sldId="278"/>
        </pc:sldMkLst>
      </pc:sldChg>
      <pc:sldChg chg="delSp modSp add mod">
        <pc:chgData name="Kovácsné Pusztai Kinga" userId="1282fdc4-838f-4805-a47a-02b770215156" providerId="ADAL" clId="{98E08C5A-1C09-493F-867B-14D6A137ACEF}" dt="2023-08-06T21:33:10.005" v="954" actId="20577"/>
        <pc:sldMkLst>
          <pc:docMk/>
          <pc:sldMk cId="3512247430" sldId="278"/>
        </pc:sldMkLst>
      </pc:sldChg>
      <pc:sldChg chg="addSp delSp modSp new mod">
        <pc:chgData name="Kovácsné Pusztai Kinga" userId="1282fdc4-838f-4805-a47a-02b770215156" providerId="ADAL" clId="{98E08C5A-1C09-493F-867B-14D6A137ACEF}" dt="2023-08-06T21:51:51.624" v="1222" actId="1076"/>
        <pc:sldMkLst>
          <pc:docMk/>
          <pc:sldMk cId="1876368685" sldId="279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211265705" sldId="279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629938128" sldId="280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284339511" sldId="281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591136141" sldId="282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79341798" sldId="283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513827051" sldId="284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674531785" sldId="285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884405928" sldId="286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613766709" sldId="287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493135039" sldId="288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438300492" sldId="289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932979441" sldId="290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885736763" sldId="291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742644717" sldId="292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719086649" sldId="293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393615732" sldId="294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631146178" sldId="295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586203259" sldId="296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28635610" sldId="297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1356060557" sldId="298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2224285785" sldId="299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3261541014" sldId="300"/>
        </pc:sldMkLst>
      </pc:sldChg>
      <pc:sldChg chg="del">
        <pc:chgData name="Kovácsné Pusztai Kinga" userId="1282fdc4-838f-4805-a47a-02b770215156" providerId="ADAL" clId="{98E08C5A-1C09-493F-867B-14D6A137ACEF}" dt="2023-08-06T19:13:00.212" v="6" actId="47"/>
        <pc:sldMkLst>
          <pc:docMk/>
          <pc:sldMk cId="689049216" sldId="301"/>
        </pc:sldMkLst>
      </pc:sldChg>
    </pc:docChg>
  </pc:docChgLst>
  <pc:docChgLst>
    <pc:chgData name="Vendégfelhasználó" userId="S::urn:spo:anon#df79e9ab5e4132391d4db473850dc1a659df06ad7588376e591b5b83bb58cdd0::" providerId="AD" clId="Web-{C5458F06-03B0-488F-3125-F0CC82CD0304}"/>
    <pc:docChg chg="modSld">
      <pc:chgData name="Vendégfelhasználó" userId="S::urn:spo:anon#df79e9ab5e4132391d4db473850dc1a659df06ad7588376e591b5b83bb58cdd0::" providerId="AD" clId="Web-{C5458F06-03B0-488F-3125-F0CC82CD0304}" dt="2024-01-05T10:54:50.324" v="0" actId="1076"/>
      <pc:docMkLst>
        <pc:docMk/>
      </pc:docMkLst>
      <pc:sldChg chg="modSp">
        <pc:chgData name="Vendégfelhasználó" userId="S::urn:spo:anon#df79e9ab5e4132391d4db473850dc1a659df06ad7588376e591b5b83bb58cdd0::" providerId="AD" clId="Web-{C5458F06-03B0-488F-3125-F0CC82CD0304}" dt="2024-01-05T10:54:50.324" v="0" actId="1076"/>
        <pc:sldMkLst>
          <pc:docMk/>
          <pc:sldMk cId="2431493244" sldId="270"/>
        </pc:sldMkLst>
      </pc:sldChg>
    </pc:docChg>
  </pc:docChgLst>
  <pc:docChgLst>
    <pc:chgData name="Vendégfelhasználó" userId="S::urn:spo:anon#751f8ca9aa8b424ee80c659767722bca5461fd109a18666877b46809b6638e51::" providerId="AD" clId="Web-{9B29DBB2-CE96-1494-E95B-59B8BE005EC9}"/>
    <pc:docChg chg="modSld">
      <pc:chgData name="Vendégfelhasználó" userId="S::urn:spo:anon#751f8ca9aa8b424ee80c659767722bca5461fd109a18666877b46809b6638e51::" providerId="AD" clId="Web-{9B29DBB2-CE96-1494-E95B-59B8BE005EC9}" dt="2023-12-04T14:09:47.553" v="1" actId="1076"/>
      <pc:docMkLst>
        <pc:docMk/>
      </pc:docMkLst>
      <pc:sldChg chg="modSp">
        <pc:chgData name="Vendégfelhasználó" userId="S::urn:spo:anon#751f8ca9aa8b424ee80c659767722bca5461fd109a18666877b46809b6638e51::" providerId="AD" clId="Web-{9B29DBB2-CE96-1494-E95B-59B8BE005EC9}" dt="2023-12-04T14:09:47.553" v="1" actId="1076"/>
        <pc:sldMkLst>
          <pc:docMk/>
          <pc:sldMk cId="1455441891" sldId="284"/>
        </pc:sldMkLst>
      </pc:sldChg>
    </pc:docChg>
  </pc:docChgLst>
  <pc:docChgLst>
    <pc:chgData name="Vatai Domonkos" userId="S::sxyxxh@inf.elte.hu::05a074fa-73ff-459f-a4e3-ad5868ab8f43" providerId="AD" clId="Web-{8DD837E1-28DD-C2A0-E5FF-7D14E03CB5B2}"/>
    <pc:docChg chg="sldOrd">
      <pc:chgData name="Vatai Domonkos" userId="S::sxyxxh@inf.elte.hu::05a074fa-73ff-459f-a4e3-ad5868ab8f43" providerId="AD" clId="Web-{8DD837E1-28DD-C2A0-E5FF-7D14E03CB5B2}" dt="2024-01-01T11:12:29.577" v="0"/>
      <pc:docMkLst>
        <pc:docMk/>
      </pc:docMkLst>
      <pc:sldChg chg="ord">
        <pc:chgData name="Vatai Domonkos" userId="S::sxyxxh@inf.elte.hu::05a074fa-73ff-459f-a4e3-ad5868ab8f43" providerId="AD" clId="Web-{8DD837E1-28DD-C2A0-E5FF-7D14E03CB5B2}" dt="2024-01-01T11:12:29.577" v="0"/>
        <pc:sldMkLst>
          <pc:docMk/>
          <pc:sldMk cId="2197946013" sldId="272"/>
        </pc:sldMkLst>
      </pc:sldChg>
    </pc:docChg>
  </pc:docChgLst>
  <pc:docChgLst>
    <pc:chgData name="Vendégfelhasználó" userId="S::urn:spo:anon#df79e9ab5e4132391d4db473850dc1a659df06ad7588376e591b5b83bb58cdd0::" providerId="AD" clId="Web-{2BE252CB-13C5-3FA7-1E2E-EF1DEC34D62E}"/>
    <pc:docChg chg="sldOrd">
      <pc:chgData name="Vendégfelhasználó" userId="S::urn:spo:anon#df79e9ab5e4132391d4db473850dc1a659df06ad7588376e591b5b83bb58cdd0::" providerId="AD" clId="Web-{2BE252CB-13C5-3FA7-1E2E-EF1DEC34D62E}" dt="2023-12-17T13:10:44.962" v="0"/>
      <pc:docMkLst>
        <pc:docMk/>
      </pc:docMkLst>
      <pc:sldChg chg="ord">
        <pc:chgData name="Vendégfelhasználó" userId="S::urn:spo:anon#df79e9ab5e4132391d4db473850dc1a659df06ad7588376e591b5b83bb58cdd0::" providerId="AD" clId="Web-{2BE252CB-13C5-3FA7-1E2E-EF1DEC34D62E}" dt="2023-12-17T13:10:44.962" v="0"/>
        <pc:sldMkLst>
          <pc:docMk/>
          <pc:sldMk cId="2431493244" sldId="270"/>
        </pc:sldMkLst>
      </pc:sldChg>
    </pc:docChg>
  </pc:docChgLst>
  <pc:docChgLst>
    <pc:chgData name="Guest User" userId="S::urn:spo:anon#75986d6a82653131f621e7a68c882ef441ee8ea68dc68e2db878dc78ee2e663a::" providerId="AD" clId="Web-{8E19F897-9F29-F5C6-D39F-5C47581E96DF}"/>
    <pc:docChg chg="sldOrd">
      <pc:chgData name="Guest User" userId="S::urn:spo:anon#75986d6a82653131f621e7a68c882ef441ee8ea68dc68e2db878dc78ee2e663a::" providerId="AD" clId="Web-{8E19F897-9F29-F5C6-D39F-5C47581E96DF}" dt="2024-01-23T13:19:40.637" v="2"/>
      <pc:docMkLst>
        <pc:docMk/>
      </pc:docMkLst>
      <pc:sldChg chg="ord">
        <pc:chgData name="Guest User" userId="S::urn:spo:anon#75986d6a82653131f621e7a68c882ef441ee8ea68dc68e2db878dc78ee2e663a::" providerId="AD" clId="Web-{8E19F897-9F29-F5C6-D39F-5C47581E96DF}" dt="2024-01-23T13:19:29.887" v="0"/>
        <pc:sldMkLst>
          <pc:docMk/>
          <pc:sldMk cId="3512247430" sldId="278"/>
        </pc:sldMkLst>
      </pc:sldChg>
      <pc:sldChg chg="ord">
        <pc:chgData name="Guest User" userId="S::urn:spo:anon#75986d6a82653131f621e7a68c882ef441ee8ea68dc68e2db878dc78ee2e663a::" providerId="AD" clId="Web-{8E19F897-9F29-F5C6-D39F-5C47581E96DF}" dt="2024-01-23T13:19:38.668" v="1"/>
        <pc:sldMkLst>
          <pc:docMk/>
          <pc:sldMk cId="1455441891" sldId="284"/>
        </pc:sldMkLst>
      </pc:sldChg>
      <pc:sldChg chg="ord">
        <pc:chgData name="Guest User" userId="S::urn:spo:anon#75986d6a82653131f621e7a68c882ef441ee8ea68dc68e2db878dc78ee2e663a::" providerId="AD" clId="Web-{8E19F897-9F29-F5C6-D39F-5C47581E96DF}" dt="2024-01-23T13:19:40.637" v="2"/>
        <pc:sldMkLst>
          <pc:docMk/>
          <pc:sldMk cId="1373906954" sldId="285"/>
        </pc:sldMkLst>
      </pc:sldChg>
    </pc:docChg>
  </pc:docChgLst>
  <pc:docChgLst>
    <pc:chgData name="Vendégfelhasználó" userId="S::urn:spo:anon#a9e0cf27d2e2940032daca1f9067f27a0c30afbbe5c51c23d7eb2c1e2d8d28c2::" providerId="AD" clId="Web-{A191A987-12F1-54CB-046D-357BE6DC1C0E}"/>
    <pc:docChg chg="sldOrd">
      <pc:chgData name="Vendégfelhasználó" userId="S::urn:spo:anon#a9e0cf27d2e2940032daca1f9067f27a0c30afbbe5c51c23d7eb2c1e2d8d28c2::" providerId="AD" clId="Web-{A191A987-12F1-54CB-046D-357BE6DC1C0E}" dt="2024-01-23T07:07:09.537" v="0"/>
      <pc:docMkLst>
        <pc:docMk/>
      </pc:docMkLst>
      <pc:sldChg chg="ord">
        <pc:chgData name="Vendégfelhasználó" userId="S::urn:spo:anon#a9e0cf27d2e2940032daca1f9067f27a0c30afbbe5c51c23d7eb2c1e2d8d28c2::" providerId="AD" clId="Web-{A191A987-12F1-54CB-046D-357BE6DC1C0E}" dt="2024-01-23T07:07:09.537" v="0"/>
        <pc:sldMkLst>
          <pc:docMk/>
          <pc:sldMk cId="752790000" sldId="271"/>
        </pc:sldMkLst>
      </pc:sldChg>
    </pc:docChg>
  </pc:docChgLst>
  <pc:docChgLst>
    <pc:chgData name="Kovácsné Pusztai Kinga" userId="1282fdc4-838f-4805-a47a-02b770215156" providerId="ADAL" clId="{71797933-8012-4CBF-8A85-51898EDC25E1}"/>
    <pc:docChg chg="undo custSel addSld modSld">
      <pc:chgData name="Kovácsné Pusztai Kinga" userId="1282fdc4-838f-4805-a47a-02b770215156" providerId="ADAL" clId="{71797933-8012-4CBF-8A85-51898EDC25E1}" dt="2025-08-17T08:08:11.577" v="133" actId="20577"/>
      <pc:docMkLst>
        <pc:docMk/>
      </pc:docMkLst>
      <pc:sldChg chg="addSp modSp mod">
        <pc:chgData name="Kovácsné Pusztai Kinga" userId="1282fdc4-838f-4805-a47a-02b770215156" providerId="ADAL" clId="{71797933-8012-4CBF-8A85-51898EDC25E1}" dt="2025-08-17T07:54:14.643" v="31" actId="167"/>
        <pc:sldMkLst>
          <pc:docMk/>
          <pc:sldMk cId="1243682139" sldId="283"/>
        </pc:sldMkLst>
      </pc:sldChg>
      <pc:sldChg chg="addSp delSp modSp mod">
        <pc:chgData name="Kovácsné Pusztai Kinga" userId="1282fdc4-838f-4805-a47a-02b770215156" providerId="ADAL" clId="{71797933-8012-4CBF-8A85-51898EDC25E1}" dt="2025-08-17T08:07:19.743" v="129" actId="1037"/>
        <pc:sldMkLst>
          <pc:docMk/>
          <pc:sldMk cId="1455441891" sldId="284"/>
        </pc:sldMkLst>
      </pc:sldChg>
      <pc:sldChg chg="modSp mod">
        <pc:chgData name="Kovácsné Pusztai Kinga" userId="1282fdc4-838f-4805-a47a-02b770215156" providerId="ADAL" clId="{71797933-8012-4CBF-8A85-51898EDC25E1}" dt="2025-08-17T08:08:11.577" v="133" actId="20577"/>
        <pc:sldMkLst>
          <pc:docMk/>
          <pc:sldMk cId="1373906954" sldId="285"/>
        </pc:sldMkLst>
      </pc:sldChg>
      <pc:sldChg chg="modSp mod">
        <pc:chgData name="Kovácsné Pusztai Kinga" userId="1282fdc4-838f-4805-a47a-02b770215156" providerId="ADAL" clId="{71797933-8012-4CBF-8A85-51898EDC25E1}" dt="2025-08-17T07:56:28.470" v="55" actId="20577"/>
        <pc:sldMkLst>
          <pc:docMk/>
          <pc:sldMk cId="3948500572" sldId="286"/>
        </pc:sldMkLst>
      </pc:sldChg>
      <pc:sldChg chg="modSp mod">
        <pc:chgData name="Kovácsné Pusztai Kinga" userId="1282fdc4-838f-4805-a47a-02b770215156" providerId="ADAL" clId="{71797933-8012-4CBF-8A85-51898EDC25E1}" dt="2025-08-17T08:07:52.125" v="132" actId="403"/>
        <pc:sldMkLst>
          <pc:docMk/>
          <pc:sldMk cId="3667810257" sldId="287"/>
        </pc:sldMkLst>
      </pc:sldChg>
      <pc:sldChg chg="modSp mod">
        <pc:chgData name="Kovácsné Pusztai Kinga" userId="1282fdc4-838f-4805-a47a-02b770215156" providerId="ADAL" clId="{71797933-8012-4CBF-8A85-51898EDC25E1}" dt="2025-08-17T07:50:47.944" v="4" actId="1076"/>
        <pc:sldMkLst>
          <pc:docMk/>
          <pc:sldMk cId="1593605201" sldId="289"/>
        </pc:sldMkLst>
      </pc:sldChg>
      <pc:sldChg chg="add">
        <pc:chgData name="Kovácsné Pusztai Kinga" userId="1282fdc4-838f-4805-a47a-02b770215156" providerId="ADAL" clId="{71797933-8012-4CBF-8A85-51898EDC25E1}" dt="2025-08-17T07:42:58.670" v="0"/>
        <pc:sldMkLst>
          <pc:docMk/>
          <pc:sldMk cId="2244582942" sldId="305"/>
        </pc:sldMkLst>
      </pc:sldChg>
      <pc:sldChg chg="add">
        <pc:chgData name="Kovácsné Pusztai Kinga" userId="1282fdc4-838f-4805-a47a-02b770215156" providerId="ADAL" clId="{71797933-8012-4CBF-8A85-51898EDC25E1}" dt="2025-08-17T07:46:00.527" v="1"/>
        <pc:sldMkLst>
          <pc:docMk/>
          <pc:sldMk cId="1116566802" sldId="531"/>
        </pc:sldMkLst>
      </pc:sldChg>
      <pc:sldChg chg="delSp modSp add mod">
        <pc:chgData name="Kovácsné Pusztai Kinga" userId="1282fdc4-838f-4805-a47a-02b770215156" providerId="ADAL" clId="{71797933-8012-4CBF-8A85-51898EDC25E1}" dt="2025-08-17T07:55:18.483" v="38" actId="14100"/>
        <pc:sldMkLst>
          <pc:docMk/>
          <pc:sldMk cId="35788131" sldId="532"/>
        </pc:sldMkLst>
      </pc:sldChg>
      <pc:sldChg chg="modSp add mod">
        <pc:chgData name="Kovácsné Pusztai Kinga" userId="1282fdc4-838f-4805-a47a-02b770215156" providerId="ADAL" clId="{71797933-8012-4CBF-8A85-51898EDC25E1}" dt="2025-08-17T07:57:12.404" v="63" actId="1076"/>
        <pc:sldMkLst>
          <pc:docMk/>
          <pc:sldMk cId="1678296531" sldId="533"/>
        </pc:sldMkLst>
      </pc:sldChg>
      <pc:sldChg chg="addSp delSp modSp add mod">
        <pc:chgData name="Kovácsné Pusztai Kinga" userId="1282fdc4-838f-4805-a47a-02b770215156" providerId="ADAL" clId="{71797933-8012-4CBF-8A85-51898EDC25E1}" dt="2025-08-17T08:05:35.057" v="124" actId="1076"/>
        <pc:sldMkLst>
          <pc:docMk/>
          <pc:sldMk cId="354433267" sldId="534"/>
        </pc:sldMkLst>
      </pc:sldChg>
    </pc:docChg>
  </pc:docChgLst>
  <pc:docChgLst>
    <pc:chgData name="Vendégfelhasználó" userId="S::urn:spo:anon#a9e0cf27d2e2940032daca1f9067f27a0c30afbbe5c51c23d7eb2c1e2d8d28c2::" providerId="AD" clId="Web-{D7A425E5-7B3E-2348-FD30-73E31BCD4C2E}"/>
    <pc:docChg chg="sldOrd">
      <pc:chgData name="Vendégfelhasználó" userId="S::urn:spo:anon#a9e0cf27d2e2940032daca1f9067f27a0c30afbbe5c51c23d7eb2c1e2d8d28c2::" providerId="AD" clId="Web-{D7A425E5-7B3E-2348-FD30-73E31BCD4C2E}" dt="2023-11-22T09:57:54.901" v="1"/>
      <pc:docMkLst>
        <pc:docMk/>
      </pc:docMkLst>
      <pc:sldChg chg="ord">
        <pc:chgData name="Vendégfelhasználó" userId="S::urn:spo:anon#a9e0cf27d2e2940032daca1f9067f27a0c30afbbe5c51c23d7eb2c1e2d8d28c2::" providerId="AD" clId="Web-{D7A425E5-7B3E-2348-FD30-73E31BCD4C2E}" dt="2023-11-22T09:50:55.438" v="0"/>
        <pc:sldMkLst>
          <pc:docMk/>
          <pc:sldMk cId="2056203590" sldId="280"/>
        </pc:sldMkLst>
      </pc:sldChg>
      <pc:sldChg chg="ord">
        <pc:chgData name="Vendégfelhasználó" userId="S::urn:spo:anon#a9e0cf27d2e2940032daca1f9067f27a0c30afbbe5c51c23d7eb2c1e2d8d28c2::" providerId="AD" clId="Web-{D7A425E5-7B3E-2348-FD30-73E31BCD4C2E}" dt="2023-11-22T09:57:54.901" v="1"/>
        <pc:sldMkLst>
          <pc:docMk/>
          <pc:sldMk cId="1243682139" sldId="283"/>
        </pc:sldMkLst>
      </pc:sldChg>
    </pc:docChg>
  </pc:docChgLst>
  <pc:docChgLst>
    <pc:chgData name="Vendégfelhasználó" userId="S::urn:spo:anon#8e38c3e48961c4a9907a9fcf7018d302a79c76a66ebf46efb9c716eefbe046a4::" providerId="AD" clId="Web-{23A4F00F-D875-A2A7-173C-504F38F07ADD}"/>
    <pc:docChg chg="sldOrd">
      <pc:chgData name="Vendégfelhasználó" userId="S::urn:spo:anon#8e38c3e48961c4a9907a9fcf7018d302a79c76a66ebf46efb9c716eefbe046a4::" providerId="AD" clId="Web-{23A4F00F-D875-A2A7-173C-504F38F07ADD}" dt="2023-10-20T13:20:57.596" v="0"/>
      <pc:docMkLst>
        <pc:docMk/>
      </pc:docMkLst>
      <pc:sldChg chg="ord">
        <pc:chgData name="Vendégfelhasználó" userId="S::urn:spo:anon#8e38c3e48961c4a9907a9fcf7018d302a79c76a66ebf46efb9c716eefbe046a4::" providerId="AD" clId="Web-{23A4F00F-D875-A2A7-173C-504F38F07ADD}" dt="2023-10-20T13:20:57.596" v="0"/>
        <pc:sldMkLst>
          <pc:docMk/>
          <pc:sldMk cId="2056203590" sldId="280"/>
        </pc:sldMkLst>
      </pc:sldChg>
    </pc:docChg>
  </pc:docChgLst>
  <pc:docChgLst>
    <pc:chgData name="Vendégfelhasználó" userId="S::urn:spo:anon#751f8ca9aa8b424ee80c659767722bca5461fd109a18666877b46809b6638e51::" providerId="AD" clId="Web-{54A73A28-0C41-BFF0-B660-9DFB2ADCAD5D}"/>
    <pc:docChg chg="sldOrd">
      <pc:chgData name="Vendégfelhasználó" userId="S::urn:spo:anon#751f8ca9aa8b424ee80c659767722bca5461fd109a18666877b46809b6638e51::" providerId="AD" clId="Web-{54A73A28-0C41-BFF0-B660-9DFB2ADCAD5D}" dt="2023-12-10T15:44:14.371" v="0"/>
      <pc:docMkLst>
        <pc:docMk/>
      </pc:docMkLst>
      <pc:sldChg chg="ord">
        <pc:chgData name="Vendégfelhasználó" userId="S::urn:spo:anon#751f8ca9aa8b424ee80c659767722bca5461fd109a18666877b46809b6638e51::" providerId="AD" clId="Web-{54A73A28-0C41-BFF0-B660-9DFB2ADCAD5D}" dt="2023-12-10T15:44:14.371" v="0"/>
        <pc:sldMkLst>
          <pc:docMk/>
          <pc:sldMk cId="1146606013" sldId="274"/>
        </pc:sldMkLst>
      </pc:sldChg>
    </pc:docChg>
  </pc:docChgLst>
  <pc:docChgLst>
    <pc:chgData name="Vendégfelhasználó" userId="S::urn:spo:anon#75986d6a82653131f621e7a68c882ef441ee8ea68dc68e2db878dc78ee2e663a::" providerId="AD" clId="Web-{3C2CAA24-22AE-E144-00D0-A9921EE26F30}"/>
    <pc:docChg chg="sldOrd">
      <pc:chgData name="Vendégfelhasználó" userId="S::urn:spo:anon#75986d6a82653131f621e7a68c882ef441ee8ea68dc68e2db878dc78ee2e663a::" providerId="AD" clId="Web-{3C2CAA24-22AE-E144-00D0-A9921EE26F30}" dt="2023-12-30T02:20:31.772" v="0"/>
      <pc:docMkLst>
        <pc:docMk/>
      </pc:docMkLst>
      <pc:sldChg chg="ord">
        <pc:chgData name="Vendégfelhasználó" userId="S::urn:spo:anon#75986d6a82653131f621e7a68c882ef441ee8ea68dc68e2db878dc78ee2e663a::" providerId="AD" clId="Web-{3C2CAA24-22AE-E144-00D0-A9921EE26F30}" dt="2023-12-30T02:20:31.772" v="0"/>
        <pc:sldMkLst>
          <pc:docMk/>
          <pc:sldMk cId="2197946013" sldId="272"/>
        </pc:sldMkLst>
      </pc:sldChg>
    </pc:docChg>
  </pc:docChgLst>
  <pc:docChgLst>
    <pc:chgData name="Balkányi Lajos" userId="ad9944c1-43c3-45f7-a8f8-a0588bf29d51" providerId="ADAL" clId="{12C7D85B-2062-0A45-84DA-63C68CC68D43}"/>
    <pc:docChg chg="modSld">
      <pc:chgData name="Balkányi Lajos" userId="ad9944c1-43c3-45f7-a8f8-a0588bf29d51" providerId="ADAL" clId="{12C7D85B-2062-0A45-84DA-63C68CC68D43}" dt="2023-11-30T10:22:20.388" v="2" actId="1076"/>
      <pc:docMkLst>
        <pc:docMk/>
      </pc:docMkLst>
      <pc:sldChg chg="modSp">
        <pc:chgData name="Balkányi Lajos" userId="ad9944c1-43c3-45f7-a8f8-a0588bf29d51" providerId="ADAL" clId="{12C7D85B-2062-0A45-84DA-63C68CC68D43}" dt="2023-11-30T10:22:20.388" v="2" actId="1076"/>
        <pc:sldMkLst>
          <pc:docMk/>
          <pc:sldMk cId="1146606013" sldId="274"/>
        </pc:sldMkLst>
      </pc:sldChg>
    </pc:docChg>
  </pc:docChgLst>
  <pc:docChgLst>
    <pc:chgData name="Kovácsné Pusztai Kinga" userId="1282fdc4-838f-4805-a47a-02b770215156" providerId="ADAL" clId="{0B58F691-E3F4-4AFC-8409-C7BE5313A564}"/>
    <pc:docChg chg="undo custSel addSld modSld sldOrd">
      <pc:chgData name="Kovácsné Pusztai Kinga" userId="1282fdc4-838f-4805-a47a-02b770215156" providerId="ADAL" clId="{0B58F691-E3F4-4AFC-8409-C7BE5313A564}" dt="2023-10-09T19:25:56.422" v="917" actId="6549"/>
      <pc:docMkLst>
        <pc:docMk/>
      </pc:docMkLst>
      <pc:sldChg chg="modSp mod">
        <pc:chgData name="Kovácsné Pusztai Kinga" userId="1282fdc4-838f-4805-a47a-02b770215156" providerId="ADAL" clId="{0B58F691-E3F4-4AFC-8409-C7BE5313A564}" dt="2023-10-09T18:25:12.792" v="522" actId="20577"/>
        <pc:sldMkLst>
          <pc:docMk/>
          <pc:sldMk cId="3166015993" sldId="269"/>
        </pc:sldMkLst>
      </pc:sldChg>
      <pc:sldChg chg="modSp mod">
        <pc:chgData name="Kovácsné Pusztai Kinga" userId="1282fdc4-838f-4805-a47a-02b770215156" providerId="ADAL" clId="{0B58F691-E3F4-4AFC-8409-C7BE5313A564}" dt="2023-10-09T07:31:44.372" v="19" actId="1076"/>
        <pc:sldMkLst>
          <pc:docMk/>
          <pc:sldMk cId="1679198842" sldId="273"/>
        </pc:sldMkLst>
      </pc:sldChg>
      <pc:sldChg chg="modSp mod">
        <pc:chgData name="Kovácsné Pusztai Kinga" userId="1282fdc4-838f-4805-a47a-02b770215156" providerId="ADAL" clId="{0B58F691-E3F4-4AFC-8409-C7BE5313A564}" dt="2023-10-09T07:31:11.283" v="13" actId="1076"/>
        <pc:sldMkLst>
          <pc:docMk/>
          <pc:sldMk cId="1146606013" sldId="274"/>
        </pc:sldMkLst>
      </pc:sldChg>
      <pc:sldChg chg="modSp">
        <pc:chgData name="Kovácsné Pusztai Kinga" userId="1282fdc4-838f-4805-a47a-02b770215156" providerId="ADAL" clId="{0B58F691-E3F4-4AFC-8409-C7BE5313A564}" dt="2023-10-09T07:34:44.625" v="54" actId="114"/>
        <pc:sldMkLst>
          <pc:docMk/>
          <pc:sldMk cId="1705769678" sldId="275"/>
        </pc:sldMkLst>
      </pc:sldChg>
      <pc:sldChg chg="modSp mod">
        <pc:chgData name="Kovácsné Pusztai Kinga" userId="1282fdc4-838f-4805-a47a-02b770215156" providerId="ADAL" clId="{0B58F691-E3F4-4AFC-8409-C7BE5313A564}" dt="2023-10-09T07:39:14.091" v="70" actId="1076"/>
        <pc:sldMkLst>
          <pc:docMk/>
          <pc:sldMk cId="1562399448" sldId="276"/>
        </pc:sldMkLst>
      </pc:sldChg>
      <pc:sldChg chg="modSp mod">
        <pc:chgData name="Kovácsné Pusztai Kinga" userId="1282fdc4-838f-4805-a47a-02b770215156" providerId="ADAL" clId="{0B58F691-E3F4-4AFC-8409-C7BE5313A564}" dt="2023-10-09T07:41:48.187" v="90" actId="20577"/>
        <pc:sldMkLst>
          <pc:docMk/>
          <pc:sldMk cId="3512247430" sldId="278"/>
        </pc:sldMkLst>
      </pc:sldChg>
      <pc:sldChg chg="modSp mod">
        <pc:chgData name="Kovácsné Pusztai Kinga" userId="1282fdc4-838f-4805-a47a-02b770215156" providerId="ADAL" clId="{0B58F691-E3F4-4AFC-8409-C7BE5313A564}" dt="2023-10-09T07:43:51.429" v="114" actId="403"/>
        <pc:sldMkLst>
          <pc:docMk/>
          <pc:sldMk cId="1876368685" sldId="279"/>
        </pc:sldMkLst>
      </pc:sldChg>
      <pc:sldChg chg="modSp add mod">
        <pc:chgData name="Kovácsné Pusztai Kinga" userId="1282fdc4-838f-4805-a47a-02b770215156" providerId="ADAL" clId="{0B58F691-E3F4-4AFC-8409-C7BE5313A564}" dt="2023-10-09T07:32:19.059" v="25" actId="1076"/>
        <pc:sldMkLst>
          <pc:docMk/>
          <pc:sldMk cId="2056203590" sldId="280"/>
        </pc:sldMkLst>
      </pc:sldChg>
      <pc:sldChg chg="modSp add mod">
        <pc:chgData name="Kovácsné Pusztai Kinga" userId="1282fdc4-838f-4805-a47a-02b770215156" providerId="ADAL" clId="{0B58F691-E3F4-4AFC-8409-C7BE5313A564}" dt="2023-10-09T07:38:50.229" v="64" actId="1076"/>
        <pc:sldMkLst>
          <pc:docMk/>
          <pc:sldMk cId="223115450" sldId="281"/>
        </pc:sldMkLst>
      </pc:sldChg>
      <pc:sldChg chg="modSp add mod">
        <pc:chgData name="Kovácsné Pusztai Kinga" userId="1282fdc4-838f-4805-a47a-02b770215156" providerId="ADAL" clId="{0B58F691-E3F4-4AFC-8409-C7BE5313A564}" dt="2023-10-09T07:42:23.618" v="99" actId="1076"/>
        <pc:sldMkLst>
          <pc:docMk/>
          <pc:sldMk cId="2609960749" sldId="282"/>
        </pc:sldMkLst>
      </pc:sldChg>
      <pc:sldChg chg="modSp add mod ord">
        <pc:chgData name="Kovácsné Pusztai Kinga" userId="1282fdc4-838f-4805-a47a-02b770215156" providerId="ADAL" clId="{0B58F691-E3F4-4AFC-8409-C7BE5313A564}" dt="2023-10-09T07:43:26.009" v="110"/>
        <pc:sldMkLst>
          <pc:docMk/>
          <pc:sldMk cId="1243682139" sldId="283"/>
        </pc:sldMkLst>
      </pc:sldChg>
      <pc:sldChg chg="addSp delSp modSp new mod">
        <pc:chgData name="Kovácsné Pusztai Kinga" userId="1282fdc4-838f-4805-a47a-02b770215156" providerId="ADAL" clId="{0B58F691-E3F4-4AFC-8409-C7BE5313A564}" dt="2023-10-09T18:24:12.089" v="458" actId="255"/>
        <pc:sldMkLst>
          <pc:docMk/>
          <pc:sldMk cId="1455441891" sldId="284"/>
        </pc:sldMkLst>
      </pc:sldChg>
      <pc:sldChg chg="modSp new mod">
        <pc:chgData name="Kovácsné Pusztai Kinga" userId="1282fdc4-838f-4805-a47a-02b770215156" providerId="ADAL" clId="{0B58F691-E3F4-4AFC-8409-C7BE5313A564}" dt="2023-10-09T18:40:22.521" v="596" actId="255"/>
        <pc:sldMkLst>
          <pc:docMk/>
          <pc:sldMk cId="1373906954" sldId="285"/>
        </pc:sldMkLst>
      </pc:sldChg>
      <pc:sldChg chg="modSp new mod">
        <pc:chgData name="Kovácsné Pusztai Kinga" userId="1282fdc4-838f-4805-a47a-02b770215156" providerId="ADAL" clId="{0B58F691-E3F4-4AFC-8409-C7BE5313A564}" dt="2023-10-09T19:03:40.068" v="763" actId="403"/>
        <pc:sldMkLst>
          <pc:docMk/>
          <pc:sldMk cId="3948500572" sldId="286"/>
        </pc:sldMkLst>
      </pc:sldChg>
      <pc:sldChg chg="modSp new mod">
        <pc:chgData name="Kovácsné Pusztai Kinga" userId="1282fdc4-838f-4805-a47a-02b770215156" providerId="ADAL" clId="{0B58F691-E3F4-4AFC-8409-C7BE5313A564}" dt="2023-10-09T19:25:56.422" v="917" actId="6549"/>
        <pc:sldMkLst>
          <pc:docMk/>
          <pc:sldMk cId="3667810257" sldId="287"/>
        </pc:sldMkLst>
      </pc:sldChg>
    </pc:docChg>
  </pc:docChgLst>
  <pc:docChgLst>
    <pc:chgData name="Vendégfelhasználó" userId="S::urn:spo:anon#8e38c3e48961c4a9907a9fcf7018d302a79c76a66ebf46efb9c716eefbe046a4::" providerId="AD" clId="Web-{4F2E4AE2-3345-7711-DB75-9BB44E982CD9}"/>
    <pc:docChg chg="sldOrd">
      <pc:chgData name="Vendégfelhasználó" userId="S::urn:spo:anon#8e38c3e48961c4a9907a9fcf7018d302a79c76a66ebf46efb9c716eefbe046a4::" providerId="AD" clId="Web-{4F2E4AE2-3345-7711-DB75-9BB44E982CD9}" dt="2023-12-20T19:24:34.050" v="0"/>
      <pc:docMkLst>
        <pc:docMk/>
      </pc:docMkLst>
      <pc:sldChg chg="ord">
        <pc:chgData name="Vendégfelhasználó" userId="S::urn:spo:anon#8e38c3e48961c4a9907a9fcf7018d302a79c76a66ebf46efb9c716eefbe046a4::" providerId="AD" clId="Web-{4F2E4AE2-3345-7711-DB75-9BB44E982CD9}" dt="2023-12-20T19:24:34.050" v="0"/>
        <pc:sldMkLst>
          <pc:docMk/>
          <pc:sldMk cId="1705769678" sldId="275"/>
        </pc:sldMkLst>
      </pc:sldChg>
    </pc:docChg>
  </pc:docChgLst>
  <pc:docChgLst>
    <pc:chgData name="Guest User" userId="S::urn:spo:anon#df79e9ab5e4132391d4db473850dc1a659df06ad7588376e591b5b83bb58cdd0::" providerId="AD" clId="Web-{638C93DF-96FF-0B51-4999-A14CC8E7EAA0}"/>
    <pc:docChg chg="sldOrd">
      <pc:chgData name="Guest User" userId="S::urn:spo:anon#df79e9ab5e4132391d4db473850dc1a659df06ad7588376e591b5b83bb58cdd0::" providerId="AD" clId="Web-{638C93DF-96FF-0B51-4999-A14CC8E7EAA0}" dt="2024-01-11T22:59:44.224" v="9"/>
      <pc:docMkLst>
        <pc:docMk/>
      </pc:docMkLst>
      <pc:sldChg chg="ord">
        <pc:chgData name="Guest User" userId="S::urn:spo:anon#df79e9ab5e4132391d4db473850dc1a659df06ad7588376e591b5b83bb58cdd0::" providerId="AD" clId="Web-{638C93DF-96FF-0B51-4999-A14CC8E7EAA0}" dt="2024-01-11T22:59:42.146" v="8"/>
        <pc:sldMkLst>
          <pc:docMk/>
          <pc:sldMk cId="1146606013" sldId="274"/>
        </pc:sldMkLst>
      </pc:sldChg>
      <pc:sldChg chg="ord">
        <pc:chgData name="Guest User" userId="S::urn:spo:anon#df79e9ab5e4132391d4db473850dc1a659df06ad7588376e591b5b83bb58cdd0::" providerId="AD" clId="Web-{638C93DF-96FF-0B51-4999-A14CC8E7EAA0}" dt="2024-01-11T22:59:44.224" v="9"/>
        <pc:sldMkLst>
          <pc:docMk/>
          <pc:sldMk cId="1705769678" sldId="275"/>
        </pc:sldMkLst>
      </pc:sldChg>
    </pc:docChg>
  </pc:docChgLst>
  <pc:docChgLst>
    <pc:chgData name="Vendégfelhasználó" userId="S::urn:spo:anon#0abc0a7f1b0d275dd4de664e695fed33f6c7321a82e2e1b7bb7cb7f10f84f3a4::" providerId="AD" clId="Web-{6EBA6755-8D5D-E93E-49F0-5197367836F7}"/>
    <pc:docChg chg="modSld">
      <pc:chgData name="Vendégfelhasználó" userId="S::urn:spo:anon#0abc0a7f1b0d275dd4de664e695fed33f6c7321a82e2e1b7bb7cb7f10f84f3a4::" providerId="AD" clId="Web-{6EBA6755-8D5D-E93E-49F0-5197367836F7}" dt="2024-10-08T14:32:25.732" v="0" actId="1076"/>
      <pc:docMkLst>
        <pc:docMk/>
      </pc:docMkLst>
      <pc:sldChg chg="modSp">
        <pc:chgData name="Vendégfelhasználó" userId="S::urn:spo:anon#0abc0a7f1b0d275dd4de664e695fed33f6c7321a82e2e1b7bb7cb7f10f84f3a4::" providerId="AD" clId="Web-{6EBA6755-8D5D-E93E-49F0-5197367836F7}" dt="2024-10-08T14:32:25.732" v="0" actId="1076"/>
        <pc:sldMkLst>
          <pc:docMk/>
          <pc:sldMk cId="1705769678" sldId="275"/>
        </pc:sldMkLst>
      </pc:sldChg>
    </pc:docChg>
  </pc:docChgLst>
  <pc:docChgLst>
    <pc:chgData name="Vatai Domonkos" userId="S::sxyxxh@inf.elte.hu::05a074fa-73ff-459f-a4e3-ad5868ab8f43" providerId="AD" clId="Web-{04A5869F-A8A1-2CC3-F331-3BF85EADE579}"/>
    <pc:docChg chg="sldOrd">
      <pc:chgData name="Vatai Domonkos" userId="S::sxyxxh@inf.elte.hu::05a074fa-73ff-459f-a4e3-ad5868ab8f43" providerId="AD" clId="Web-{04A5869F-A8A1-2CC3-F331-3BF85EADE579}" dt="2023-12-29T14:07:55.622" v="2"/>
      <pc:docMkLst>
        <pc:docMk/>
      </pc:docMkLst>
      <pc:sldChg chg="ord">
        <pc:chgData name="Vatai Domonkos" userId="S::sxyxxh@inf.elte.hu::05a074fa-73ff-459f-a4e3-ad5868ab8f43" providerId="AD" clId="Web-{04A5869F-A8A1-2CC3-F331-3BF85EADE579}" dt="2023-12-29T14:07:43.059" v="0"/>
        <pc:sldMkLst>
          <pc:docMk/>
          <pc:sldMk cId="1146606013" sldId="274"/>
        </pc:sldMkLst>
      </pc:sldChg>
      <pc:sldChg chg="ord">
        <pc:chgData name="Vatai Domonkos" userId="S::sxyxxh@inf.elte.hu::05a074fa-73ff-459f-a4e3-ad5868ab8f43" providerId="AD" clId="Web-{04A5869F-A8A1-2CC3-F331-3BF85EADE579}" dt="2023-12-29T14:07:52.794" v="1"/>
        <pc:sldMkLst>
          <pc:docMk/>
          <pc:sldMk cId="2609960749" sldId="282"/>
        </pc:sldMkLst>
      </pc:sldChg>
      <pc:sldChg chg="ord">
        <pc:chgData name="Vatai Domonkos" userId="S::sxyxxh@inf.elte.hu::05a074fa-73ff-459f-a4e3-ad5868ab8f43" providerId="AD" clId="Web-{04A5869F-A8A1-2CC3-F331-3BF85EADE579}" dt="2023-12-29T14:07:55.622" v="2"/>
        <pc:sldMkLst>
          <pc:docMk/>
          <pc:sldMk cId="1373906954" sldId="285"/>
        </pc:sldMkLst>
      </pc:sldChg>
    </pc:docChg>
  </pc:docChgLst>
  <pc:docChgLst>
    <pc:chgData name="Kovácsné Pusztai Kinga" userId="1282fdc4-838f-4805-a47a-02b770215156" providerId="ADAL" clId="{5C5F7C30-6626-4CCB-81FA-ED1C19E6AEFD}"/>
    <pc:docChg chg="undo custSel addSld modSld">
      <pc:chgData name="Kovácsné Pusztai Kinga" userId="1282fdc4-838f-4805-a47a-02b770215156" providerId="ADAL" clId="{5C5F7C30-6626-4CCB-81FA-ED1C19E6AEFD}" dt="2025-10-13T16:49:06.933" v="355" actId="20577"/>
      <pc:docMkLst>
        <pc:docMk/>
      </pc:docMkLst>
      <pc:sldChg chg="modSp mod">
        <pc:chgData name="Kovácsné Pusztai Kinga" userId="1282fdc4-838f-4805-a47a-02b770215156" providerId="ADAL" clId="{5C5F7C30-6626-4CCB-81FA-ED1C19E6AEFD}" dt="2025-10-13T15:19:01.066" v="6" actId="108"/>
        <pc:sldMkLst>
          <pc:docMk/>
          <pc:sldMk cId="752790000" sldId="271"/>
        </pc:sldMkLst>
        <pc:spChg chg="mod">
          <ac:chgData name="Kovácsné Pusztai Kinga" userId="1282fdc4-838f-4805-a47a-02b770215156" providerId="ADAL" clId="{5C5F7C30-6626-4CCB-81FA-ED1C19E6AEFD}" dt="2025-10-09T12:44:23.949" v="4" actId="20577"/>
          <ac:spMkLst>
            <pc:docMk/>
            <pc:sldMk cId="752790000" sldId="271"/>
            <ac:spMk id="3" creationId="{47A93AF1-2B8F-DE18-7EF9-4DF0FC1221D7}"/>
          </ac:spMkLst>
        </pc:spChg>
        <pc:picChg chg="mod">
          <ac:chgData name="Kovácsné Pusztai Kinga" userId="1282fdc4-838f-4805-a47a-02b770215156" providerId="ADAL" clId="{5C5F7C30-6626-4CCB-81FA-ED1C19E6AEFD}" dt="2025-10-13T15:19:01.066" v="6" actId="108"/>
          <ac:picMkLst>
            <pc:docMk/>
            <pc:sldMk cId="752790000" sldId="271"/>
            <ac:picMk id="5" creationId="{EB655546-D54D-17E8-37DD-1087F4565FE9}"/>
          </ac:picMkLst>
        </pc:picChg>
        <pc:picChg chg="mod">
          <ac:chgData name="Kovácsné Pusztai Kinga" userId="1282fdc4-838f-4805-a47a-02b770215156" providerId="ADAL" clId="{5C5F7C30-6626-4CCB-81FA-ED1C19E6AEFD}" dt="2025-10-13T15:18:59.749" v="5" actId="108"/>
          <ac:picMkLst>
            <pc:docMk/>
            <pc:sldMk cId="752790000" sldId="271"/>
            <ac:picMk id="7" creationId="{309E76FB-249E-6A3E-0FD6-9154670CE16B}"/>
          </ac:picMkLst>
        </pc:picChg>
      </pc:sldChg>
      <pc:sldChg chg="addSp modSp mod">
        <pc:chgData name="Kovácsné Pusztai Kinga" userId="1282fdc4-838f-4805-a47a-02b770215156" providerId="ADAL" clId="{5C5F7C30-6626-4CCB-81FA-ED1C19E6AEFD}" dt="2025-10-13T15:24:02.061" v="26" actId="1076"/>
        <pc:sldMkLst>
          <pc:docMk/>
          <pc:sldMk cId="1146606013" sldId="274"/>
        </pc:sldMkLst>
        <pc:spChg chg="add mod ord">
          <ac:chgData name="Kovácsné Pusztai Kinga" userId="1282fdc4-838f-4805-a47a-02b770215156" providerId="ADAL" clId="{5C5F7C30-6626-4CCB-81FA-ED1C19E6AEFD}" dt="2025-10-13T15:23:56.992" v="25" actId="14100"/>
          <ac:spMkLst>
            <pc:docMk/>
            <pc:sldMk cId="1146606013" sldId="274"/>
            <ac:spMk id="4" creationId="{41280A6F-E1B9-E20E-EDBC-A53583A10393}"/>
          </ac:spMkLst>
        </pc:spChg>
        <pc:picChg chg="mod">
          <ac:chgData name="Kovácsné Pusztai Kinga" userId="1282fdc4-838f-4805-a47a-02b770215156" providerId="ADAL" clId="{5C5F7C30-6626-4CCB-81FA-ED1C19E6AEFD}" dt="2025-10-13T15:23:42.838" v="23" actId="1076"/>
          <ac:picMkLst>
            <pc:docMk/>
            <pc:sldMk cId="1146606013" sldId="274"/>
            <ac:picMk id="7" creationId="{33172358-34A6-A8F5-6B8E-EAD079F2E36A}"/>
          </ac:picMkLst>
        </pc:picChg>
        <pc:picChg chg="mod">
          <ac:chgData name="Kovácsné Pusztai Kinga" userId="1282fdc4-838f-4805-a47a-02b770215156" providerId="ADAL" clId="{5C5F7C30-6626-4CCB-81FA-ED1C19E6AEFD}" dt="2025-10-13T15:24:02.061" v="26" actId="1076"/>
          <ac:picMkLst>
            <pc:docMk/>
            <pc:sldMk cId="1146606013" sldId="274"/>
            <ac:picMk id="9" creationId="{D97B4E84-F090-DB81-0B05-8722E086807E}"/>
          </ac:picMkLst>
        </pc:picChg>
        <pc:picChg chg="mod">
          <ac:chgData name="Kovácsné Pusztai Kinga" userId="1282fdc4-838f-4805-a47a-02b770215156" providerId="ADAL" clId="{5C5F7C30-6626-4CCB-81FA-ED1C19E6AEFD}" dt="2025-10-13T15:22:31.645" v="10" actId="108"/>
          <ac:picMkLst>
            <pc:docMk/>
            <pc:sldMk cId="1146606013" sldId="274"/>
            <ac:picMk id="11" creationId="{C14DB127-1D4C-4975-B0AB-1FB3E6C0682B}"/>
          </ac:picMkLst>
        </pc:picChg>
      </pc:sldChg>
      <pc:sldChg chg="addSp modSp mod">
        <pc:chgData name="Kovácsné Pusztai Kinga" userId="1282fdc4-838f-4805-a47a-02b770215156" providerId="ADAL" clId="{5C5F7C30-6626-4CCB-81FA-ED1C19E6AEFD}" dt="2025-10-13T15:25:40.933" v="37" actId="167"/>
        <pc:sldMkLst>
          <pc:docMk/>
          <pc:sldMk cId="1705769678" sldId="275"/>
        </pc:sldMkLst>
        <pc:spChg chg="mod">
          <ac:chgData name="Kovácsné Pusztai Kinga" userId="1282fdc4-838f-4805-a47a-02b770215156" providerId="ADAL" clId="{5C5F7C30-6626-4CCB-81FA-ED1C19E6AEFD}" dt="2025-10-13T15:25:11.147" v="29" actId="179"/>
          <ac:spMkLst>
            <pc:docMk/>
            <pc:sldMk cId="1705769678" sldId="275"/>
            <ac:spMk id="3" creationId="{CC96B5E9-F4B3-042D-6A4A-82A540ACA9AE}"/>
          </ac:spMkLst>
        </pc:spChg>
        <pc:spChg chg="add mod ord">
          <ac:chgData name="Kovácsné Pusztai Kinga" userId="1282fdc4-838f-4805-a47a-02b770215156" providerId="ADAL" clId="{5C5F7C30-6626-4CCB-81FA-ED1C19E6AEFD}" dt="2025-10-13T15:25:40.933" v="37" actId="167"/>
          <ac:spMkLst>
            <pc:docMk/>
            <pc:sldMk cId="1705769678" sldId="275"/>
            <ac:spMk id="10" creationId="{A4DA64C1-1254-B8CC-92ED-F0C681CAB253}"/>
          </ac:spMkLst>
        </pc:spChg>
        <pc:picChg chg="mod">
          <ac:chgData name="Kovácsné Pusztai Kinga" userId="1282fdc4-838f-4805-a47a-02b770215156" providerId="ADAL" clId="{5C5F7C30-6626-4CCB-81FA-ED1C19E6AEFD}" dt="2025-10-13T15:19:12.579" v="7" actId="108"/>
          <ac:picMkLst>
            <pc:docMk/>
            <pc:sldMk cId="1705769678" sldId="275"/>
            <ac:picMk id="4" creationId="{728A0B0C-881F-3A9F-2C1A-F5A9835D0865}"/>
          </ac:picMkLst>
        </pc:picChg>
        <pc:picChg chg="mod">
          <ac:chgData name="Kovácsné Pusztai Kinga" userId="1282fdc4-838f-4805-a47a-02b770215156" providerId="ADAL" clId="{5C5F7C30-6626-4CCB-81FA-ED1C19E6AEFD}" dt="2025-10-13T15:19:13.561" v="8" actId="108"/>
          <ac:picMkLst>
            <pc:docMk/>
            <pc:sldMk cId="1705769678" sldId="275"/>
            <ac:picMk id="5" creationId="{7D5195EC-A23E-87FA-8418-C513EE0E47FD}"/>
          </ac:picMkLst>
        </pc:picChg>
      </pc:sldChg>
      <pc:sldChg chg="modSp mod">
        <pc:chgData name="Kovácsné Pusztai Kinga" userId="1282fdc4-838f-4805-a47a-02b770215156" providerId="ADAL" clId="{5C5F7C30-6626-4CCB-81FA-ED1C19E6AEFD}" dt="2025-10-13T15:22:42.010" v="11" actId="108"/>
        <pc:sldMkLst>
          <pc:docMk/>
          <pc:sldMk cId="3209727511" sldId="277"/>
        </pc:sldMkLst>
        <pc:picChg chg="mod">
          <ac:chgData name="Kovácsné Pusztai Kinga" userId="1282fdc4-838f-4805-a47a-02b770215156" providerId="ADAL" clId="{5C5F7C30-6626-4CCB-81FA-ED1C19E6AEFD}" dt="2025-10-13T15:22:42.010" v="11" actId="108"/>
          <ac:picMkLst>
            <pc:docMk/>
            <pc:sldMk cId="3209727511" sldId="277"/>
            <ac:picMk id="5" creationId="{CBF4BFF5-AC4E-D4F9-E462-CAFD078D8B4E}"/>
          </ac:picMkLst>
        </pc:picChg>
      </pc:sldChg>
      <pc:sldChg chg="addSp modSp mod">
        <pc:chgData name="Kovácsné Pusztai Kinga" userId="1282fdc4-838f-4805-a47a-02b770215156" providerId="ADAL" clId="{5C5F7C30-6626-4CCB-81FA-ED1C19E6AEFD}" dt="2025-10-13T15:27:17.324" v="43" actId="14100"/>
        <pc:sldMkLst>
          <pc:docMk/>
          <pc:sldMk cId="3512247430" sldId="278"/>
        </pc:sldMkLst>
        <pc:spChg chg="mod">
          <ac:chgData name="Kovácsné Pusztai Kinga" userId="1282fdc4-838f-4805-a47a-02b770215156" providerId="ADAL" clId="{5C5F7C30-6626-4CCB-81FA-ED1C19E6AEFD}" dt="2025-10-13T15:26:58.122" v="40" actId="1076"/>
          <ac:spMkLst>
            <pc:docMk/>
            <pc:sldMk cId="3512247430" sldId="278"/>
            <ac:spMk id="2" creationId="{83C0FDDD-070D-C795-0D23-955A2043EE1B}"/>
          </ac:spMkLst>
        </pc:spChg>
        <pc:spChg chg="add mod ord">
          <ac:chgData name="Kovácsné Pusztai Kinga" userId="1282fdc4-838f-4805-a47a-02b770215156" providerId="ADAL" clId="{5C5F7C30-6626-4CCB-81FA-ED1C19E6AEFD}" dt="2025-10-13T15:27:17.324" v="43" actId="14100"/>
          <ac:spMkLst>
            <pc:docMk/>
            <pc:sldMk cId="3512247430" sldId="278"/>
            <ac:spMk id="4" creationId="{F1B86DBD-F6E3-D0E3-773A-E236B23FC5DA}"/>
          </ac:spMkLst>
        </pc:spChg>
      </pc:sldChg>
      <pc:sldChg chg="modSp mod">
        <pc:chgData name="Kovácsné Pusztai Kinga" userId="1282fdc4-838f-4805-a47a-02b770215156" providerId="ADAL" clId="{5C5F7C30-6626-4CCB-81FA-ED1C19E6AEFD}" dt="2025-10-13T15:22:56.311" v="14" actId="108"/>
        <pc:sldMkLst>
          <pc:docMk/>
          <pc:sldMk cId="1876368685" sldId="279"/>
        </pc:sldMkLst>
        <pc:spChg chg="mod">
          <ac:chgData name="Kovácsné Pusztai Kinga" userId="1282fdc4-838f-4805-a47a-02b770215156" providerId="ADAL" clId="{5C5F7C30-6626-4CCB-81FA-ED1C19E6AEFD}" dt="2025-10-13T15:22:56.311" v="14" actId="108"/>
          <ac:spMkLst>
            <pc:docMk/>
            <pc:sldMk cId="1876368685" sldId="279"/>
            <ac:spMk id="3" creationId="{3A040369-FF12-A61A-AF57-4E352502EE4F}"/>
          </ac:spMkLst>
        </pc:spChg>
        <pc:picChg chg="mod">
          <ac:chgData name="Kovácsné Pusztai Kinga" userId="1282fdc4-838f-4805-a47a-02b770215156" providerId="ADAL" clId="{5C5F7C30-6626-4CCB-81FA-ED1C19E6AEFD}" dt="2025-10-13T15:22:45.988" v="12" actId="108"/>
          <ac:picMkLst>
            <pc:docMk/>
            <pc:sldMk cId="1876368685" sldId="279"/>
            <ac:picMk id="11" creationId="{4E75A3A6-0F10-C352-8385-DC9960A7B96B}"/>
          </ac:picMkLst>
        </pc:picChg>
      </pc:sldChg>
      <pc:sldChg chg="modSp mod">
        <pc:chgData name="Kovácsné Pusztai Kinga" userId="1282fdc4-838f-4805-a47a-02b770215156" providerId="ADAL" clId="{5C5F7C30-6626-4CCB-81FA-ED1C19E6AEFD}" dt="2025-10-13T16:49:06.933" v="355" actId="20577"/>
        <pc:sldMkLst>
          <pc:docMk/>
          <pc:sldMk cId="2244582942" sldId="305"/>
        </pc:sldMkLst>
        <pc:spChg chg="mod">
          <ac:chgData name="Kovácsné Pusztai Kinga" userId="1282fdc4-838f-4805-a47a-02b770215156" providerId="ADAL" clId="{5C5F7C30-6626-4CCB-81FA-ED1C19E6AEFD}" dt="2025-10-13T16:49:06.933" v="355" actId="20577"/>
          <ac:spMkLst>
            <pc:docMk/>
            <pc:sldMk cId="2244582942" sldId="305"/>
            <ac:spMk id="3" creationId="{6995C4C9-8308-6EBF-95DE-5E0256419B6F}"/>
          </ac:spMkLst>
        </pc:spChg>
      </pc:sldChg>
      <pc:sldChg chg="modSp mod">
        <pc:chgData name="Kovácsné Pusztai Kinga" userId="1282fdc4-838f-4805-a47a-02b770215156" providerId="ADAL" clId="{5C5F7C30-6626-4CCB-81FA-ED1C19E6AEFD}" dt="2025-10-13T15:34:57.064" v="177" actId="6549"/>
        <pc:sldMkLst>
          <pc:docMk/>
          <pc:sldMk cId="1116566802" sldId="531"/>
        </pc:sldMkLst>
        <pc:spChg chg="mod">
          <ac:chgData name="Kovácsné Pusztai Kinga" userId="1282fdc4-838f-4805-a47a-02b770215156" providerId="ADAL" clId="{5C5F7C30-6626-4CCB-81FA-ED1C19E6AEFD}" dt="2025-10-13T15:31:24.787" v="76" actId="20577"/>
          <ac:spMkLst>
            <pc:docMk/>
            <pc:sldMk cId="1116566802" sldId="531"/>
            <ac:spMk id="2" creationId="{7CE3E27B-C0D2-687C-91E9-AA51A4534E39}"/>
          </ac:spMkLst>
        </pc:spChg>
        <pc:spChg chg="mod">
          <ac:chgData name="Kovácsné Pusztai Kinga" userId="1282fdc4-838f-4805-a47a-02b770215156" providerId="ADAL" clId="{5C5F7C30-6626-4CCB-81FA-ED1C19E6AEFD}" dt="2025-10-13T15:34:57.064" v="177" actId="6549"/>
          <ac:spMkLst>
            <pc:docMk/>
            <pc:sldMk cId="1116566802" sldId="531"/>
            <ac:spMk id="3" creationId="{B2253D2E-D2FA-577A-E1F7-B012A9D79A3A}"/>
          </ac:spMkLst>
        </pc:spChg>
      </pc:sldChg>
      <pc:sldChg chg="modSp add mod">
        <pc:chgData name="Kovácsné Pusztai Kinga" userId="1282fdc4-838f-4805-a47a-02b770215156" providerId="ADAL" clId="{5C5F7C30-6626-4CCB-81FA-ED1C19E6AEFD}" dt="2025-10-13T16:45:02.520" v="301" actId="6549"/>
        <pc:sldMkLst>
          <pc:docMk/>
          <pc:sldMk cId="3001659220" sldId="535"/>
        </pc:sldMkLst>
        <pc:spChg chg="mod">
          <ac:chgData name="Kovácsné Pusztai Kinga" userId="1282fdc4-838f-4805-a47a-02b770215156" providerId="ADAL" clId="{5C5F7C30-6626-4CCB-81FA-ED1C19E6AEFD}" dt="2025-10-13T15:35:47.974" v="203" actId="20577"/>
          <ac:spMkLst>
            <pc:docMk/>
            <pc:sldMk cId="3001659220" sldId="535"/>
            <ac:spMk id="2" creationId="{8A723221-3A78-00B2-594F-59BA33EF8A3F}"/>
          </ac:spMkLst>
        </pc:spChg>
        <pc:spChg chg="mod">
          <ac:chgData name="Kovácsné Pusztai Kinga" userId="1282fdc4-838f-4805-a47a-02b770215156" providerId="ADAL" clId="{5C5F7C30-6626-4CCB-81FA-ED1C19E6AEFD}" dt="2025-10-13T16:45:02.520" v="301" actId="6549"/>
          <ac:spMkLst>
            <pc:docMk/>
            <pc:sldMk cId="3001659220" sldId="535"/>
            <ac:spMk id="3" creationId="{B32C96EA-30B0-3749-78E0-C37CB77E69D4}"/>
          </ac:spMkLst>
        </pc:spChg>
      </pc:sldChg>
    </pc:docChg>
  </pc:docChgLst>
  <pc:docChgLst>
    <pc:chgData name="Vendégfelhasználó" userId="S::urn:spo:anon#a9e0cf27d2e2940032daca1f9067f27a0c30afbbe5c51c23d7eb2c1e2d8d28c2::" providerId="AD" clId="Web-{E649722A-9C22-F805-EB77-27F4398274A9}"/>
    <pc:docChg chg="modSld">
      <pc:chgData name="Vendégfelhasználó" userId="S::urn:spo:anon#a9e0cf27d2e2940032daca1f9067f27a0c30afbbe5c51c23d7eb2c1e2d8d28c2::" providerId="AD" clId="Web-{E649722A-9C22-F805-EB77-27F4398274A9}" dt="2024-02-01T18:32:47.122" v="1" actId="1076"/>
      <pc:docMkLst>
        <pc:docMk/>
      </pc:docMkLst>
      <pc:sldChg chg="modSp">
        <pc:chgData name="Vendégfelhasználó" userId="S::urn:spo:anon#a9e0cf27d2e2940032daca1f9067f27a0c30afbbe5c51c23d7eb2c1e2d8d28c2::" providerId="AD" clId="Web-{E649722A-9C22-F805-EB77-27F4398274A9}" dt="2024-02-01T18:32:47.122" v="1" actId="1076"/>
        <pc:sldMkLst>
          <pc:docMk/>
          <pc:sldMk cId="2197946013" sldId="272"/>
        </pc:sldMkLst>
      </pc:sldChg>
    </pc:docChg>
  </pc:docChgLst>
  <pc:docChgLst>
    <pc:chgData name="Vendégfelhasználó" userId="S::urn:spo:anon#751f8ca9aa8b424ee80c659767722bca5461fd109a18666877b46809b6638e51::" providerId="AD" clId="Web-{BFA1FA49-9E2A-E0E0-9016-0D282502A0FF}"/>
    <pc:docChg chg="sldOrd">
      <pc:chgData name="Vendégfelhasználó" userId="S::urn:spo:anon#751f8ca9aa8b424ee80c659767722bca5461fd109a18666877b46809b6638e51::" providerId="AD" clId="Web-{BFA1FA49-9E2A-E0E0-9016-0D282502A0FF}" dt="2023-10-18T20:24:39.342" v="0"/>
      <pc:docMkLst>
        <pc:docMk/>
      </pc:docMkLst>
      <pc:sldChg chg="ord">
        <pc:chgData name="Vendégfelhasználó" userId="S::urn:spo:anon#751f8ca9aa8b424ee80c659767722bca5461fd109a18666877b46809b6638e51::" providerId="AD" clId="Web-{BFA1FA49-9E2A-E0E0-9016-0D282502A0FF}" dt="2023-10-18T20:24:39.342" v="0"/>
        <pc:sldMkLst>
          <pc:docMk/>
          <pc:sldMk cId="2431493244" sldId="270"/>
        </pc:sldMkLst>
      </pc:sldChg>
    </pc:docChg>
  </pc:docChgLst>
  <pc:docChgLst>
    <pc:chgData name="Vendégfelhasználó" userId="S::urn:spo:anon#df79e9ab5e4132391d4db473850dc1a659df06ad7588376e591b5b83bb58cdd0::" providerId="AD" clId="Web-{F2F90F34-87A9-6CAF-B550-59143A1BADCC}"/>
    <pc:docChg chg="modSld">
      <pc:chgData name="Vendégfelhasználó" userId="S::urn:spo:anon#df79e9ab5e4132391d4db473850dc1a659df06ad7588376e591b5b83bb58cdd0::" providerId="AD" clId="Web-{F2F90F34-87A9-6CAF-B550-59143A1BADCC}" dt="2024-01-05T10:54:29.585" v="0" actId="1076"/>
      <pc:docMkLst>
        <pc:docMk/>
      </pc:docMkLst>
      <pc:sldChg chg="modSp">
        <pc:chgData name="Vendégfelhasználó" userId="S::urn:spo:anon#df79e9ab5e4132391d4db473850dc1a659df06ad7588376e591b5b83bb58cdd0::" providerId="AD" clId="Web-{F2F90F34-87A9-6CAF-B550-59143A1BADCC}" dt="2024-01-05T10:54:29.585" v="0" actId="1076"/>
        <pc:sldMkLst>
          <pc:docMk/>
          <pc:sldMk cId="2431493244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7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6.xml"/><Relationship Id="rId9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aszt.inf.elte.hu/~asvanyi/ad/ad2jegyzet/ad2jegyzetGrafok1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tamop412.elte.hu/tananyagok/algoritmusok/lecke31_lap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5.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 fontScale="85000" lnSpcReduction="20000"/>
          </a:bodyPr>
          <a:lstStyle/>
          <a:p>
            <a:br>
              <a:rPr lang="hu-HU"/>
            </a:br>
            <a:r>
              <a:rPr lang="hu-HU" sz="3200" b="1">
                <a:solidFill>
                  <a:srgbClr val="C00000"/>
                </a:solidFill>
              </a:rPr>
              <a:t>Mélységi gráfkeresés, élek osztályozása, DAG, </a:t>
            </a:r>
            <a:r>
              <a:rPr lang="hu-HU" sz="3200" b="1" err="1">
                <a:solidFill>
                  <a:srgbClr val="C00000"/>
                </a:solidFill>
              </a:rPr>
              <a:t>topológikus</a:t>
            </a:r>
            <a:r>
              <a:rPr lang="hu-HU" sz="3200" b="1">
                <a:solidFill>
                  <a:srgbClr val="C00000"/>
                </a:solidFill>
              </a:rPr>
              <a:t> rendezés, irányított kör keresése.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5175"/>
            <a:ext cx="10018713" cy="4577878"/>
          </a:xfrm>
        </p:spPr>
        <p:txBody>
          <a:bodyPr>
            <a:normAutofit lnSpcReduction="10000"/>
          </a:bodyPr>
          <a:lstStyle/>
          <a:p>
            <a:r>
              <a:rPr lang="hu-HU" sz="2800" dirty="0">
                <a:hlinkClick r:id="rId2" action="ppaction://hlinksldjump"/>
              </a:rPr>
              <a:t>Mélységi gráfkeresés </a:t>
            </a:r>
            <a:endParaRPr lang="hu-HU" sz="2800" dirty="0"/>
          </a:p>
          <a:p>
            <a:r>
              <a:rPr lang="hu-HU" sz="2800" dirty="0">
                <a:hlinkClick r:id="rId3" action="ppaction://hlinksldjump"/>
              </a:rPr>
              <a:t>Az élek osztályozása</a:t>
            </a:r>
            <a:endParaRPr lang="hu-HU" sz="2800" dirty="0"/>
          </a:p>
          <a:p>
            <a:r>
              <a:rPr lang="hu-HU" sz="2800" dirty="0">
                <a:hlinkClick r:id="rId4" action="ppaction://hlinksldjump"/>
              </a:rPr>
              <a:t>A mélységi bejárás szemléltetése</a:t>
            </a:r>
            <a:endParaRPr lang="hu-HU" sz="2800" dirty="0"/>
          </a:p>
          <a:p>
            <a:r>
              <a:rPr lang="hu-HU" sz="2800" dirty="0">
                <a:hlinkClick r:id="rId5" action="ppaction://hlinksldjump"/>
              </a:rPr>
              <a:t>Műveletigény</a:t>
            </a:r>
            <a:endParaRPr lang="hu-HU" sz="2800" dirty="0"/>
          </a:p>
          <a:p>
            <a:r>
              <a:rPr lang="hu-HU" sz="2800" dirty="0">
                <a:hlinkClick r:id="rId6" action="ppaction://hlinksldjump"/>
              </a:rPr>
              <a:t>A DAG tulajdonság eldöntése</a:t>
            </a:r>
            <a:endParaRPr lang="hu-HU" sz="2800" dirty="0"/>
          </a:p>
          <a:p>
            <a:r>
              <a:rPr lang="hu-HU" sz="2800" dirty="0" err="1">
                <a:hlinkClick r:id="rId7" action="ppaction://hlinksldjump"/>
              </a:rPr>
              <a:t>Topologikus</a:t>
            </a:r>
            <a:r>
              <a:rPr lang="hu-HU" sz="2800" dirty="0">
                <a:hlinkClick r:id="rId7" action="ppaction://hlinksldjump"/>
              </a:rPr>
              <a:t> rendezés</a:t>
            </a:r>
            <a:endParaRPr lang="hu-HU" sz="2800" dirty="0"/>
          </a:p>
          <a:p>
            <a:r>
              <a:rPr lang="hu-HU" sz="2800" dirty="0">
                <a:hlinkClick r:id="rId8" action="ppaction://hlinksldjump"/>
              </a:rPr>
              <a:t>Erősen összefüggő komponensek meghatározása</a:t>
            </a:r>
            <a:endParaRPr lang="hu-HU" sz="2800" dirty="0"/>
          </a:p>
          <a:p>
            <a:r>
              <a:rPr lang="hu-HU" sz="2800" dirty="0">
                <a:hlinkClick r:id="rId9" action="ppaction://hlinksldjump"/>
              </a:rPr>
              <a:t>Ellenőrző kérdések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EA81CF-485F-2683-7759-F6962AEB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442" y="104821"/>
            <a:ext cx="10154533" cy="1154289"/>
          </a:xfrm>
        </p:spPr>
        <p:txBody>
          <a:bodyPr/>
          <a:lstStyle/>
          <a:p>
            <a:r>
              <a:rPr lang="hu-HU" dirty="0"/>
              <a:t>Mélységi gráfkeresés (DFS. </a:t>
            </a:r>
            <a:r>
              <a:rPr lang="hu-HU" dirty="0" err="1"/>
              <a:t>Depth-first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A93AF1-2B8F-DE18-7EF9-4DF0FC122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178" y="1218193"/>
            <a:ext cx="10018713" cy="246833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Csak egyszerű irányított gráfokra értelmezzük</a:t>
            </a:r>
            <a:endParaRPr lang="hu-HU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Csúcsok színei: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Calibri" panose="020F0502020204030204" pitchFamily="34" charset="0"/>
                <a:cs typeface="F16"/>
              </a:rPr>
              <a:t>Fehér csúcs: érintetlen</a:t>
            </a:r>
            <a:endParaRPr lang="hu-HU" sz="1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Calibri" panose="020F0502020204030204" pitchFamily="34" charset="0"/>
                <a:cs typeface="F16"/>
              </a:rPr>
              <a:t>Szürke csúcs: belőle elérhető csúcsokat járunk be éppen</a:t>
            </a:r>
            <a:endParaRPr lang="hu-HU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Calibri" panose="020F0502020204030204" pitchFamily="34" charset="0"/>
                <a:cs typeface="F16"/>
              </a:rPr>
              <a:t>Fekete csúcs: befejeztük</a:t>
            </a:r>
            <a:endParaRPr lang="hu-HU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B655546-D54D-17E8-37DD-1087F4565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025" y="1444978"/>
            <a:ext cx="4038950" cy="358171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09E76FB-249E-6A3E-0FD6-9154670CE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620" y="3559926"/>
            <a:ext cx="4390340" cy="329807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Tartalom helye 2">
            <a:extLst>
              <a:ext uri="{FF2B5EF4-FFF2-40B4-BE49-F238E27FC236}">
                <a16:creationId xmlns:a16="http://schemas.microsoft.com/office/drawing/2014/main" id="{05282B69-2C47-A059-A1FD-D363D4C69DEB}"/>
              </a:ext>
            </a:extLst>
          </p:cNvPr>
          <p:cNvSpPr txBox="1">
            <a:spLocks/>
          </p:cNvSpPr>
          <p:nvPr/>
        </p:nvSpPr>
        <p:spPr>
          <a:xfrm>
            <a:off x="7625025" y="5253473"/>
            <a:ext cx="4346132" cy="11542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i="1" kern="0">
                <a:ea typeface="Calibri" panose="020F0502020204030204" pitchFamily="34" charset="0"/>
                <a:cs typeface="CMMI12"/>
              </a:rPr>
              <a:t>d</a:t>
            </a:r>
            <a:r>
              <a:rPr lang="hu-HU" sz="2000" kern="0">
                <a:ea typeface="Calibri" panose="020F0502020204030204" pitchFamily="34" charset="0"/>
                <a:cs typeface="CMR12"/>
              </a:rPr>
              <a:t>(</a:t>
            </a:r>
            <a:r>
              <a:rPr lang="hu-HU" sz="2000" kern="0">
                <a:ea typeface="Calibri" panose="020F0502020204030204" pitchFamily="34" charset="0"/>
                <a:cs typeface="CMMI12"/>
              </a:rPr>
              <a:t>u</a:t>
            </a:r>
            <a:r>
              <a:rPr lang="hu-HU" sz="2000" kern="0">
                <a:ea typeface="Calibri" panose="020F0502020204030204" pitchFamily="34" charset="0"/>
                <a:cs typeface="CMR12"/>
              </a:rPr>
              <a:t>):</a:t>
            </a:r>
            <a:r>
              <a:rPr lang="hu-HU" sz="2000" kern="0">
                <a:ea typeface="Calibri" panose="020F0502020204030204" pitchFamily="34" charset="0"/>
                <a:cs typeface="F16"/>
              </a:rPr>
              <a:t> elérési idő (</a:t>
            </a:r>
            <a:r>
              <a:rPr lang="hu-HU" sz="2000" kern="0" err="1">
                <a:ea typeface="Calibri" panose="020F0502020204030204" pitchFamily="34" charset="0"/>
                <a:cs typeface="F16"/>
              </a:rPr>
              <a:t>discovery</a:t>
            </a:r>
            <a:r>
              <a:rPr lang="hu-HU" sz="2000" kern="0">
                <a:ea typeface="Calibri" panose="020F0502020204030204" pitchFamily="34" charset="0"/>
                <a:cs typeface="F16"/>
              </a:rPr>
              <a:t> </a:t>
            </a:r>
            <a:r>
              <a:rPr lang="hu-HU" sz="2000" kern="0" err="1">
                <a:ea typeface="Calibri" panose="020F0502020204030204" pitchFamily="34" charset="0"/>
                <a:cs typeface="F16"/>
              </a:rPr>
              <a:t>time</a:t>
            </a:r>
            <a:r>
              <a:rPr lang="hu-HU" sz="2000" kern="0">
                <a:ea typeface="Calibri" panose="020F0502020204030204" pitchFamily="34" charset="0"/>
                <a:cs typeface="F16"/>
              </a:rPr>
              <a:t>) </a:t>
            </a:r>
            <a:endParaRPr lang="hu-HU" sz="20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i="1" kern="0">
                <a:ea typeface="Calibri" panose="020F0502020204030204" pitchFamily="34" charset="0"/>
                <a:cs typeface="CMMI12"/>
              </a:rPr>
              <a:t>f</a:t>
            </a:r>
            <a:r>
              <a:rPr lang="hu-HU" sz="2000" kern="0">
                <a:ea typeface="Calibri" panose="020F0502020204030204" pitchFamily="34" charset="0"/>
                <a:cs typeface="CMR12"/>
              </a:rPr>
              <a:t>(</a:t>
            </a:r>
            <a:r>
              <a:rPr lang="hu-HU" sz="2000" kern="0">
                <a:ea typeface="Calibri" panose="020F0502020204030204" pitchFamily="34" charset="0"/>
                <a:cs typeface="CMMI12"/>
              </a:rPr>
              <a:t>u</a:t>
            </a:r>
            <a:r>
              <a:rPr lang="hu-HU" sz="2000" kern="0">
                <a:ea typeface="Calibri" panose="020F0502020204030204" pitchFamily="34" charset="0"/>
                <a:cs typeface="CMR12"/>
              </a:rPr>
              <a:t>):</a:t>
            </a:r>
            <a:r>
              <a:rPr lang="hu-HU" sz="2000" kern="0">
                <a:ea typeface="Calibri" panose="020F0502020204030204" pitchFamily="34" charset="0"/>
                <a:cs typeface="F16"/>
              </a:rPr>
              <a:t> befejezési idő (</a:t>
            </a:r>
            <a:r>
              <a:rPr lang="hu-HU" sz="2000" kern="0" err="1">
                <a:ea typeface="Calibri" panose="020F0502020204030204" pitchFamily="34" charset="0"/>
                <a:cs typeface="F16"/>
              </a:rPr>
              <a:t>finishing</a:t>
            </a:r>
            <a:r>
              <a:rPr lang="hu-HU" sz="2000" kern="0">
                <a:ea typeface="Calibri" panose="020F0502020204030204" pitchFamily="34" charset="0"/>
                <a:cs typeface="F16"/>
              </a:rPr>
              <a:t> </a:t>
            </a:r>
            <a:r>
              <a:rPr lang="hu-HU" sz="2000" kern="0" err="1">
                <a:ea typeface="Calibri" panose="020F0502020204030204" pitchFamily="34" charset="0"/>
                <a:cs typeface="F16"/>
              </a:rPr>
              <a:t>time</a:t>
            </a:r>
            <a:r>
              <a:rPr lang="hu-HU" sz="2000" kern="0">
                <a:ea typeface="Calibri" panose="020F0502020204030204" pitchFamily="34" charset="0"/>
                <a:cs typeface="F16"/>
              </a:rPr>
              <a:t>)</a:t>
            </a:r>
            <a:endParaRPr lang="hu-HU" sz="2000" kern="1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79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152711-2489-2139-C60E-4E5B6D2C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 </a:t>
            </a:r>
            <a:r>
              <a:rPr lang="hu-HU" sz="4000" kern="0">
                <a:effectLst/>
                <a:latin typeface="F35"/>
                <a:ea typeface="Calibri" panose="020F0502020204030204" pitchFamily="34" charset="0"/>
                <a:cs typeface="F35"/>
              </a:rPr>
              <a:t>Mélységi feszítő erdő (</a:t>
            </a:r>
            <a:r>
              <a:rPr lang="hu-HU" sz="4000" kern="0" err="1">
                <a:effectLst/>
                <a:latin typeface="F35"/>
                <a:ea typeface="Calibri" panose="020F0502020204030204" pitchFamily="34" charset="0"/>
                <a:cs typeface="F35"/>
              </a:rPr>
              <a:t>Depth-first</a:t>
            </a:r>
            <a:r>
              <a:rPr lang="hu-HU" sz="4000" kern="0">
                <a:effectLst/>
                <a:latin typeface="F35"/>
                <a:ea typeface="Calibri" panose="020F0502020204030204" pitchFamily="34" charset="0"/>
                <a:cs typeface="F35"/>
              </a:rPr>
              <a:t> </a:t>
            </a:r>
            <a:r>
              <a:rPr lang="hu-HU" sz="4000" kern="0" err="1">
                <a:effectLst/>
                <a:latin typeface="F35"/>
                <a:ea typeface="Calibri" panose="020F0502020204030204" pitchFamily="34" charset="0"/>
                <a:cs typeface="F35"/>
              </a:rPr>
              <a:t>forest</a:t>
            </a:r>
            <a:r>
              <a:rPr lang="hu-HU" sz="4000" kern="0">
                <a:effectLst/>
                <a:latin typeface="F35"/>
                <a:ea typeface="Calibri" panose="020F0502020204030204" pitchFamily="34" charset="0"/>
                <a:cs typeface="F35"/>
              </a:rPr>
              <a:t>) </a:t>
            </a:r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D9FEC4B-D3BD-2393-0497-F8AE7B25DE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7404" y="2609490"/>
                <a:ext cx="10018713" cy="3124201"/>
              </a:xfrm>
            </p:spPr>
            <p:txBody>
              <a:bodyPr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Mindegyik, a DFS eljárásból indított </a:t>
                </a:r>
                <a:r>
                  <a:rPr lang="hu-HU" kern="0" err="1">
                    <a:effectLst/>
                    <a:ea typeface="Calibri" panose="020F0502020204030204" pitchFamily="34" charset="0"/>
                    <a:cs typeface="F16"/>
                  </a:rPr>
                  <a:t>DFSvisit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 egy-egy 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F58"/>
                  </a:rPr>
                  <a:t>mélységi fát</a:t>
                </a:r>
                <a:r>
                  <a:rPr lang="hu-HU" kern="0">
                    <a:effectLst/>
                    <a:ea typeface="Calibri" panose="020F0502020204030204" pitchFamily="34" charset="0"/>
                    <a:cs typeface="F58"/>
                  </a:rPr>
                  <a:t> 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számol ki. Ezek együtt adják a 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F58"/>
                  </a:rPr>
                  <a:t>mélységi feszítő erdőt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. </a:t>
                </a:r>
                <a:endParaRPr lang="hu-HU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14:m>
                  <m:oMath xmlns:m="http://schemas.openxmlformats.org/officeDocument/2006/math">
                    <m:r>
                      <a:rPr lang="hu-HU" b="1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</m:t>
                    </m:r>
                  </m:oMath>
                </a14:m>
                <a:r>
                  <a:rPr lang="hu-HU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G.V</a:t>
                </a:r>
                <a:r>
                  <a:rPr lang="hu-HU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egy mélységi fa gyökere </a:t>
                </a:r>
                <a14:m>
                  <m:oMath xmlns:m="http://schemas.openxmlformats.org/officeDocument/2006/math">
                    <m:r>
                      <a:rPr lang="hu-HU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58"/>
                      </a:rPr>
                      <m:t>⟺</m:t>
                    </m:r>
                  </m:oMath>
                </a14:m>
                <a:r>
                  <a:rPr lang="hu-HU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kern="0">
                    <a:effectLst/>
                    <a:ea typeface="Calibri" panose="020F0502020204030204" pitchFamily="34" charset="0"/>
                    <a:cs typeface="CMMI12"/>
                  </a:rPr>
                  <a:t>π</a:t>
                </a:r>
                <a:r>
                  <a:rPr lang="hu-HU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r</a:t>
                </a:r>
                <a:r>
                  <a:rPr lang="hu-HU" kern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kern="100">
                        <a:effectLst/>
                        <a:ea typeface="Times New Roman" panose="02020603050405020304" pitchFamily="18" charset="0"/>
                        <a:cs typeface="F16"/>
                      </a:rPr>
                      <m:t>⊘</m:t>
                    </m:r>
                  </m:oMath>
                </a14:m>
                <a:endParaRPr lang="hu-HU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kern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14:m>
                  <m:oMath xmlns:m="http://schemas.openxmlformats.org/officeDocument/2006/math">
                    <m:r>
                      <a:rPr lang="hu-HU" b="1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</m:t>
                    </m:r>
                  </m:oMath>
                </a14:m>
                <a:r>
                  <a:rPr lang="hu-HU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G.E</a:t>
                </a:r>
                <a:r>
                  <a:rPr lang="hu-HU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egy mélységi fa éle </a:t>
                </a:r>
                <a14:m>
                  <m:oMath xmlns:m="http://schemas.openxmlformats.org/officeDocument/2006/math">
                    <m:r>
                      <a:rPr lang="hu-HU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58"/>
                      </a:rPr>
                      <m:t>⟺</m:t>
                    </m:r>
                  </m:oMath>
                </a14:m>
                <a:r>
                  <a:rPr lang="hu-HU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kern="0">
                    <a:effectLst/>
                    <a:ea typeface="Calibri" panose="020F0502020204030204" pitchFamily="34" charset="0"/>
                    <a:cs typeface="CMR12"/>
                  </a:rPr>
                  <a:t>= π(</a:t>
                </a:r>
                <a:r>
                  <a:rPr lang="hu-HU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endParaRPr lang="hu-HU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D9FEC4B-D3BD-2393-0497-F8AE7B25D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7404" y="2609490"/>
                <a:ext cx="10018713" cy="3124201"/>
              </a:xfrm>
              <a:blipFill>
                <a:blip r:embed="rId2"/>
                <a:stretch>
                  <a:fillRect l="-1582" r="-1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94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F66AD4-18CE-B686-712C-B9B4D669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184988"/>
            <a:ext cx="10018713" cy="1143001"/>
          </a:xfrm>
        </p:spPr>
        <p:txBody>
          <a:bodyPr/>
          <a:lstStyle/>
          <a:p>
            <a:r>
              <a:rPr lang="hu-HU"/>
              <a:t>Az élek osztályozása (</a:t>
            </a:r>
            <a:r>
              <a:rPr lang="hu-HU" err="1"/>
              <a:t>Classification</a:t>
            </a:r>
            <a:r>
              <a:rPr lang="hu-HU"/>
              <a:t> of </a:t>
            </a:r>
            <a:r>
              <a:rPr lang="hu-HU" err="1"/>
              <a:t>edges</a:t>
            </a:r>
            <a:r>
              <a:rPr lang="hu-HU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554834-CA5F-5979-6885-3E147E39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07297"/>
            <a:ext cx="10018713" cy="385688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000" b="1" kern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F35"/>
              </a:rPr>
              <a:t>Definíció.</a:t>
            </a:r>
            <a:r>
              <a:rPr lang="hu-HU" sz="2000" kern="0">
                <a:effectLst/>
                <a:ea typeface="Calibri" panose="020F0502020204030204" pitchFamily="34" charset="0"/>
                <a:cs typeface="F35"/>
              </a:rPr>
              <a:t> </a:t>
            </a:r>
            <a:r>
              <a:rPr lang="hu-HU" sz="2000" kern="0">
                <a:effectLst/>
                <a:ea typeface="Calibri" panose="020F0502020204030204" pitchFamily="34" charset="0"/>
                <a:cs typeface="F58"/>
              </a:rPr>
              <a:t>A gráf éleinek osztályozása: </a:t>
            </a:r>
            <a:endParaRPr lang="hu-HU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fa-él (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tree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 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edge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⟺</a:t>
            </a:r>
            <a:r>
              <a:rPr lang="hu-HU" sz="1800" kern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valamelyik mélységi fa egyik éle. </a:t>
            </a:r>
            <a:br>
              <a:rPr lang="hu-HU" sz="1800" kern="0">
                <a:effectLst/>
                <a:ea typeface="Calibri" panose="020F0502020204030204" pitchFamily="34" charset="0"/>
                <a:cs typeface="F58"/>
              </a:rPr>
            </a:b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(A fa-élek mentén járjuk be a gráfot.) </a:t>
            </a:r>
            <a:endParaRPr lang="hu-HU" sz="18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vissza-él (back 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edge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⟺</a:t>
            </a:r>
            <a:r>
              <a:rPr lang="hu-HU" sz="1800" kern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az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őse egy mélységi fában. </a:t>
            </a:r>
            <a:endParaRPr lang="hu-HU" sz="18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előre-él (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forward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 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edge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⟺</a:t>
            </a:r>
            <a:r>
              <a:rPr lang="hu-HU" sz="1800" kern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nem </a:t>
            </a:r>
            <a:r>
              <a:rPr lang="hu-HU" sz="1800" kern="0" err="1">
                <a:effectLst/>
                <a:ea typeface="Calibri" panose="020F0502020204030204" pitchFamily="34" charset="0"/>
                <a:cs typeface="F58"/>
              </a:rPr>
              <a:t>faél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, de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az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leszármazottja egy mélységi fában. </a:t>
            </a:r>
            <a:endParaRPr lang="hu-HU" sz="18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kereszt-él (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cross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 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edge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⟺</a:t>
            </a:r>
            <a:r>
              <a:rPr lang="hu-HU" sz="1800" kern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és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58"/>
              </a:rPr>
              <a:t>két olyan csúcs, amelyek ugyanannak a mélységi fának két különböző ágán vannak, vagy két különböző mélységi fában találhatók. </a:t>
            </a:r>
            <a:endParaRPr lang="hu-HU" sz="18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19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41280A6F-E1B9-E20E-EDBC-A53583A10393}"/>
              </a:ext>
            </a:extLst>
          </p:cNvPr>
          <p:cNvSpPr/>
          <p:nvPr/>
        </p:nvSpPr>
        <p:spPr>
          <a:xfrm>
            <a:off x="10120107" y="176809"/>
            <a:ext cx="2224293" cy="1993983"/>
          </a:xfrm>
          <a:prstGeom prst="verticalScroll">
            <a:avLst>
              <a:gd name="adj" fmla="val 9055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A1EFE6-9D61-3ABC-AB02-1987D77E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93198"/>
          </a:xfrm>
        </p:spPr>
        <p:txBody>
          <a:bodyPr/>
          <a:lstStyle/>
          <a:p>
            <a:r>
              <a:rPr lang="hu-HU"/>
              <a:t>A mélységi bejárás szemléltetése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8DBBCA-1FF4-86F9-6EFE-574AA3C1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932" y="1330173"/>
            <a:ext cx="7071860" cy="5317066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A bejárás indeterminisztikus abban, hogy az egyes ciklusokban a csúcsokat milyen sorrendben veszi sorra</a:t>
            </a:r>
            <a:endParaRPr lang="hu-HU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kern="0">
                <a:effectLst/>
                <a:ea typeface="Calibri" panose="020F0502020204030204" pitchFamily="34" charset="0"/>
                <a:cs typeface="F16"/>
              </a:rPr>
              <a:t>Szemléltetésben: csúcsokat ábécé rendben, illetve indexek szerint monoton </a:t>
            </a:r>
            <a:r>
              <a:rPr lang="hu-HU" kern="0" err="1">
                <a:effectLst/>
                <a:ea typeface="Calibri" panose="020F0502020204030204" pitchFamily="34" charset="0"/>
                <a:cs typeface="F16"/>
              </a:rPr>
              <a:t>növekvően</a:t>
            </a:r>
            <a:r>
              <a:rPr lang="hu-HU" kern="0">
                <a:effectLst/>
                <a:ea typeface="Calibri" panose="020F0502020204030204" pitchFamily="34" charset="0"/>
                <a:cs typeface="F16"/>
              </a:rPr>
              <a:t> dolgozzuk fel </a:t>
            </a:r>
            <a:endParaRPr lang="hu-HU" sz="16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i="1" kern="0">
                <a:effectLst/>
                <a:ea typeface="Calibri" panose="020F0502020204030204" pitchFamily="34" charset="0"/>
                <a:cs typeface="CMMI12"/>
              </a:rPr>
              <a:t>d</a:t>
            </a:r>
            <a:r>
              <a:rPr lang="hu-HU" sz="2400" kern="0">
                <a:effectLst/>
                <a:ea typeface="Calibri" panose="020F0502020204030204" pitchFamily="34" charset="0"/>
                <a:cs typeface="CMMI12"/>
              </a:rPr>
              <a:t>/</a:t>
            </a:r>
            <a:r>
              <a:rPr lang="hu-HU" sz="2400" i="1" kern="0">
                <a:effectLst/>
                <a:ea typeface="Calibri" panose="020F0502020204030204" pitchFamily="34" charset="0"/>
                <a:cs typeface="CMMI12"/>
              </a:rPr>
              <a:t>f</a:t>
            </a:r>
            <a:r>
              <a:rPr lang="hu-HU" sz="24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alakú címkék: </a:t>
            </a:r>
            <a:br>
              <a:rPr lang="hu-HU" sz="2400" kern="0">
                <a:effectLst/>
                <a:ea typeface="Calibri" panose="020F0502020204030204" pitchFamily="34" charset="0"/>
                <a:cs typeface="F16"/>
              </a:rPr>
            </a:br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	a csúcs </a:t>
            </a:r>
            <a:r>
              <a:rPr lang="hu-HU" sz="2400" i="1" kern="0">
                <a:effectLst/>
                <a:ea typeface="Calibri" panose="020F0502020204030204" pitchFamily="34" charset="0"/>
                <a:cs typeface="F58"/>
              </a:rPr>
              <a:t>elérési/befejezési</a:t>
            </a:r>
            <a:r>
              <a:rPr lang="hu-HU" sz="2400" kern="0">
                <a:effectLst/>
                <a:ea typeface="Calibri" panose="020F0502020204030204" pitchFamily="34" charset="0"/>
                <a:cs typeface="F58"/>
              </a:rPr>
              <a:t> </a:t>
            </a:r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idő </a:t>
            </a:r>
            <a:br>
              <a:rPr lang="hu-HU" sz="2400" kern="0">
                <a:effectLst/>
                <a:ea typeface="Calibri" panose="020F0502020204030204" pitchFamily="34" charset="0"/>
                <a:cs typeface="F16"/>
              </a:rPr>
            </a:br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	(</a:t>
            </a:r>
            <a:r>
              <a:rPr lang="hu-HU" sz="2400" kern="0" err="1">
                <a:effectLst/>
                <a:ea typeface="Calibri" panose="020F0502020204030204" pitchFamily="34" charset="0"/>
                <a:cs typeface="F58"/>
              </a:rPr>
              <a:t>discovery</a:t>
            </a:r>
            <a:r>
              <a:rPr lang="hu-HU" sz="2400" kern="0">
                <a:effectLst/>
                <a:ea typeface="Calibri" panose="020F0502020204030204" pitchFamily="34" charset="0"/>
                <a:cs typeface="F58"/>
              </a:rPr>
              <a:t>/</a:t>
            </a:r>
            <a:r>
              <a:rPr lang="hu-HU" sz="2400" kern="0" err="1">
                <a:effectLst/>
                <a:ea typeface="Calibri" panose="020F0502020204030204" pitchFamily="34" charset="0"/>
                <a:cs typeface="F58"/>
              </a:rPr>
              <a:t>finishing</a:t>
            </a:r>
            <a:r>
              <a:rPr lang="hu-HU" sz="2400" kern="0">
                <a:effectLst/>
                <a:ea typeface="Calibri" panose="020F0502020204030204" pitchFamily="34" charset="0"/>
                <a:cs typeface="F58"/>
              </a:rPr>
              <a:t> </a:t>
            </a:r>
            <a:r>
              <a:rPr lang="hu-HU" sz="2400" kern="0" err="1">
                <a:effectLst/>
                <a:ea typeface="Calibri" panose="020F0502020204030204" pitchFamily="34" charset="0"/>
                <a:cs typeface="F16"/>
              </a:rPr>
              <a:t>time</a:t>
            </a:r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) </a:t>
            </a:r>
            <a:endParaRPr lang="hu-HU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 sz="2400" kern="0">
                <a:effectLst/>
                <a:ea typeface="Calibri" panose="020F0502020204030204" pitchFamily="34" charset="0"/>
                <a:cs typeface="F16"/>
              </a:rPr>
              <a:t>Élek osztályozása:</a:t>
            </a:r>
          </a:p>
          <a:p>
            <a:pPr lvl="1"/>
            <a:r>
              <a:rPr lang="hu-HU" kern="0">
                <a:effectLst/>
                <a:ea typeface="Calibri" panose="020F0502020204030204" pitchFamily="34" charset="0"/>
                <a:cs typeface="F16"/>
              </a:rPr>
              <a:t>fa-élek: dupla szárú nyíl</a:t>
            </a:r>
          </a:p>
          <a:p>
            <a:pPr lvl="1"/>
            <a:r>
              <a:rPr lang="hu-HU" kern="0">
                <a:effectLst/>
                <a:ea typeface="Calibri" panose="020F0502020204030204" pitchFamily="34" charset="0"/>
                <a:cs typeface="F16"/>
              </a:rPr>
              <a:t>vissza- él: V</a:t>
            </a:r>
          </a:p>
          <a:p>
            <a:pPr lvl="1"/>
            <a:r>
              <a:rPr lang="hu-HU" kern="0">
                <a:effectLst/>
                <a:ea typeface="Calibri" panose="020F0502020204030204" pitchFamily="34" charset="0"/>
                <a:cs typeface="F16"/>
              </a:rPr>
              <a:t>előre-él: E</a:t>
            </a:r>
          </a:p>
          <a:p>
            <a:pPr lvl="1"/>
            <a:r>
              <a:rPr lang="hu-HU" kern="0">
                <a:effectLst/>
                <a:ea typeface="Calibri" panose="020F0502020204030204" pitchFamily="34" charset="0"/>
                <a:cs typeface="F16"/>
              </a:rPr>
              <a:t>kereszt-él: K</a:t>
            </a:r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3172358-34A6-A8F5-6B8E-EAD079F2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177" y="427924"/>
            <a:ext cx="1325995" cy="168416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97B4E84-F090-DB81-0B05-8722E0868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717" y="2230778"/>
            <a:ext cx="3349891" cy="1993983"/>
          </a:xfrm>
          <a:custGeom>
            <a:avLst/>
            <a:gdLst>
              <a:gd name="connsiteX0" fmla="*/ 0 w 4442845"/>
              <a:gd name="connsiteY0" fmla="*/ 0 h 1653683"/>
              <a:gd name="connsiteX1" fmla="*/ 644213 w 4442845"/>
              <a:gd name="connsiteY1" fmla="*/ 0 h 1653683"/>
              <a:gd name="connsiteX2" fmla="*/ 1243997 w 4442845"/>
              <a:gd name="connsiteY2" fmla="*/ 0 h 1653683"/>
              <a:gd name="connsiteX3" fmla="*/ 1799352 w 4442845"/>
              <a:gd name="connsiteY3" fmla="*/ 0 h 1653683"/>
              <a:gd name="connsiteX4" fmla="*/ 2354708 w 4442845"/>
              <a:gd name="connsiteY4" fmla="*/ 0 h 1653683"/>
              <a:gd name="connsiteX5" fmla="*/ 2998920 w 4442845"/>
              <a:gd name="connsiteY5" fmla="*/ 0 h 1653683"/>
              <a:gd name="connsiteX6" fmla="*/ 3598704 w 4442845"/>
              <a:gd name="connsiteY6" fmla="*/ 0 h 1653683"/>
              <a:gd name="connsiteX7" fmla="*/ 4442845 w 4442845"/>
              <a:gd name="connsiteY7" fmla="*/ 0 h 1653683"/>
              <a:gd name="connsiteX8" fmla="*/ 4442845 w 4442845"/>
              <a:gd name="connsiteY8" fmla="*/ 534691 h 1653683"/>
              <a:gd name="connsiteX9" fmla="*/ 4442845 w 4442845"/>
              <a:gd name="connsiteY9" fmla="*/ 1036308 h 1653683"/>
              <a:gd name="connsiteX10" fmla="*/ 4442845 w 4442845"/>
              <a:gd name="connsiteY10" fmla="*/ 1653683 h 1653683"/>
              <a:gd name="connsiteX11" fmla="*/ 3976346 w 4442845"/>
              <a:gd name="connsiteY11" fmla="*/ 1653683 h 1653683"/>
              <a:gd name="connsiteX12" fmla="*/ 3332134 w 4442845"/>
              <a:gd name="connsiteY12" fmla="*/ 1653683 h 1653683"/>
              <a:gd name="connsiteX13" fmla="*/ 2821207 w 4442845"/>
              <a:gd name="connsiteY13" fmla="*/ 1653683 h 1653683"/>
              <a:gd name="connsiteX14" fmla="*/ 2176994 w 4442845"/>
              <a:gd name="connsiteY14" fmla="*/ 1653683 h 1653683"/>
              <a:gd name="connsiteX15" fmla="*/ 1710495 w 4442845"/>
              <a:gd name="connsiteY15" fmla="*/ 1653683 h 1653683"/>
              <a:gd name="connsiteX16" fmla="*/ 1288425 w 4442845"/>
              <a:gd name="connsiteY16" fmla="*/ 1653683 h 1653683"/>
              <a:gd name="connsiteX17" fmla="*/ 866355 w 4442845"/>
              <a:gd name="connsiteY17" fmla="*/ 1653683 h 1653683"/>
              <a:gd name="connsiteX18" fmla="*/ 0 w 4442845"/>
              <a:gd name="connsiteY18" fmla="*/ 1653683 h 1653683"/>
              <a:gd name="connsiteX19" fmla="*/ 0 w 4442845"/>
              <a:gd name="connsiteY19" fmla="*/ 1152066 h 1653683"/>
              <a:gd name="connsiteX20" fmla="*/ 0 w 4442845"/>
              <a:gd name="connsiteY20" fmla="*/ 567764 h 1653683"/>
              <a:gd name="connsiteX21" fmla="*/ 0 w 4442845"/>
              <a:gd name="connsiteY21" fmla="*/ 0 h 16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442845" h="1653683" fill="none" extrusionOk="0">
                <a:moveTo>
                  <a:pt x="0" y="0"/>
                </a:moveTo>
                <a:cubicBezTo>
                  <a:pt x="223815" y="-51660"/>
                  <a:pt x="511008" y="52017"/>
                  <a:pt x="644213" y="0"/>
                </a:cubicBezTo>
                <a:cubicBezTo>
                  <a:pt x="777418" y="-52017"/>
                  <a:pt x="981634" y="62232"/>
                  <a:pt x="1243997" y="0"/>
                </a:cubicBezTo>
                <a:cubicBezTo>
                  <a:pt x="1506360" y="-62232"/>
                  <a:pt x="1577584" y="24820"/>
                  <a:pt x="1799352" y="0"/>
                </a:cubicBezTo>
                <a:cubicBezTo>
                  <a:pt x="2021121" y="-24820"/>
                  <a:pt x="2126772" y="24769"/>
                  <a:pt x="2354708" y="0"/>
                </a:cubicBezTo>
                <a:cubicBezTo>
                  <a:pt x="2582644" y="-24769"/>
                  <a:pt x="2810013" y="19480"/>
                  <a:pt x="2998920" y="0"/>
                </a:cubicBezTo>
                <a:cubicBezTo>
                  <a:pt x="3187827" y="-19480"/>
                  <a:pt x="3347796" y="17247"/>
                  <a:pt x="3598704" y="0"/>
                </a:cubicBezTo>
                <a:cubicBezTo>
                  <a:pt x="3849612" y="-17247"/>
                  <a:pt x="4114915" y="98660"/>
                  <a:pt x="4442845" y="0"/>
                </a:cubicBezTo>
                <a:cubicBezTo>
                  <a:pt x="4500122" y="123477"/>
                  <a:pt x="4427879" y="328656"/>
                  <a:pt x="4442845" y="534691"/>
                </a:cubicBezTo>
                <a:cubicBezTo>
                  <a:pt x="4457811" y="740726"/>
                  <a:pt x="4425186" y="809483"/>
                  <a:pt x="4442845" y="1036308"/>
                </a:cubicBezTo>
                <a:cubicBezTo>
                  <a:pt x="4460504" y="1263133"/>
                  <a:pt x="4389726" y="1501782"/>
                  <a:pt x="4442845" y="1653683"/>
                </a:cubicBezTo>
                <a:cubicBezTo>
                  <a:pt x="4318268" y="1667208"/>
                  <a:pt x="4069976" y="1615917"/>
                  <a:pt x="3976346" y="1653683"/>
                </a:cubicBezTo>
                <a:cubicBezTo>
                  <a:pt x="3882716" y="1691449"/>
                  <a:pt x="3476594" y="1580596"/>
                  <a:pt x="3332134" y="1653683"/>
                </a:cubicBezTo>
                <a:cubicBezTo>
                  <a:pt x="3187674" y="1726770"/>
                  <a:pt x="2967880" y="1629859"/>
                  <a:pt x="2821207" y="1653683"/>
                </a:cubicBezTo>
                <a:cubicBezTo>
                  <a:pt x="2674534" y="1677507"/>
                  <a:pt x="2368194" y="1630932"/>
                  <a:pt x="2176994" y="1653683"/>
                </a:cubicBezTo>
                <a:cubicBezTo>
                  <a:pt x="1985794" y="1676434"/>
                  <a:pt x="1924272" y="1653664"/>
                  <a:pt x="1710495" y="1653683"/>
                </a:cubicBezTo>
                <a:cubicBezTo>
                  <a:pt x="1496718" y="1653702"/>
                  <a:pt x="1382979" y="1605706"/>
                  <a:pt x="1288425" y="1653683"/>
                </a:cubicBezTo>
                <a:cubicBezTo>
                  <a:pt x="1193871" y="1701660"/>
                  <a:pt x="953158" y="1653041"/>
                  <a:pt x="866355" y="1653683"/>
                </a:cubicBezTo>
                <a:cubicBezTo>
                  <a:pt x="779552" y="1654325"/>
                  <a:pt x="392487" y="1631936"/>
                  <a:pt x="0" y="1653683"/>
                </a:cubicBezTo>
                <a:cubicBezTo>
                  <a:pt x="-314" y="1526840"/>
                  <a:pt x="27901" y="1300238"/>
                  <a:pt x="0" y="1152066"/>
                </a:cubicBezTo>
                <a:cubicBezTo>
                  <a:pt x="-27901" y="1003894"/>
                  <a:pt x="33512" y="729003"/>
                  <a:pt x="0" y="567764"/>
                </a:cubicBezTo>
                <a:cubicBezTo>
                  <a:pt x="-33512" y="406525"/>
                  <a:pt x="29850" y="191350"/>
                  <a:pt x="0" y="0"/>
                </a:cubicBezTo>
                <a:close/>
              </a:path>
              <a:path w="4442845" h="1653683" stroke="0" extrusionOk="0">
                <a:moveTo>
                  <a:pt x="0" y="0"/>
                </a:moveTo>
                <a:cubicBezTo>
                  <a:pt x="158956" y="-19233"/>
                  <a:pt x="280738" y="18501"/>
                  <a:pt x="510927" y="0"/>
                </a:cubicBezTo>
                <a:cubicBezTo>
                  <a:pt x="741116" y="-18501"/>
                  <a:pt x="834589" y="11802"/>
                  <a:pt x="932997" y="0"/>
                </a:cubicBezTo>
                <a:cubicBezTo>
                  <a:pt x="1031405" y="-11802"/>
                  <a:pt x="1312496" y="9448"/>
                  <a:pt x="1577210" y="0"/>
                </a:cubicBezTo>
                <a:cubicBezTo>
                  <a:pt x="1841924" y="-9448"/>
                  <a:pt x="1903624" y="21657"/>
                  <a:pt x="2088137" y="0"/>
                </a:cubicBezTo>
                <a:cubicBezTo>
                  <a:pt x="2272650" y="-21657"/>
                  <a:pt x="2422477" y="38644"/>
                  <a:pt x="2599064" y="0"/>
                </a:cubicBezTo>
                <a:cubicBezTo>
                  <a:pt x="2775651" y="-38644"/>
                  <a:pt x="2940257" y="70939"/>
                  <a:pt x="3243277" y="0"/>
                </a:cubicBezTo>
                <a:cubicBezTo>
                  <a:pt x="3546297" y="-70939"/>
                  <a:pt x="3578689" y="6357"/>
                  <a:pt x="3709776" y="0"/>
                </a:cubicBezTo>
                <a:cubicBezTo>
                  <a:pt x="3840863" y="-6357"/>
                  <a:pt x="4101010" y="67649"/>
                  <a:pt x="4442845" y="0"/>
                </a:cubicBezTo>
                <a:cubicBezTo>
                  <a:pt x="4498229" y="276490"/>
                  <a:pt x="4425835" y="444198"/>
                  <a:pt x="4442845" y="584301"/>
                </a:cubicBezTo>
                <a:cubicBezTo>
                  <a:pt x="4459855" y="724404"/>
                  <a:pt x="4419337" y="960017"/>
                  <a:pt x="4442845" y="1102455"/>
                </a:cubicBezTo>
                <a:cubicBezTo>
                  <a:pt x="4466353" y="1244893"/>
                  <a:pt x="4440917" y="1541233"/>
                  <a:pt x="4442845" y="1653683"/>
                </a:cubicBezTo>
                <a:cubicBezTo>
                  <a:pt x="4269756" y="1658444"/>
                  <a:pt x="4088160" y="1594530"/>
                  <a:pt x="3843061" y="1653683"/>
                </a:cubicBezTo>
                <a:cubicBezTo>
                  <a:pt x="3597962" y="1712836"/>
                  <a:pt x="3398058" y="1618850"/>
                  <a:pt x="3198848" y="1653683"/>
                </a:cubicBezTo>
                <a:cubicBezTo>
                  <a:pt x="2999638" y="1688516"/>
                  <a:pt x="2704534" y="1583057"/>
                  <a:pt x="2554636" y="1653683"/>
                </a:cubicBezTo>
                <a:cubicBezTo>
                  <a:pt x="2404738" y="1724309"/>
                  <a:pt x="2210199" y="1638415"/>
                  <a:pt x="2088137" y="1653683"/>
                </a:cubicBezTo>
                <a:cubicBezTo>
                  <a:pt x="1966075" y="1668951"/>
                  <a:pt x="1661277" y="1592280"/>
                  <a:pt x="1532782" y="1653683"/>
                </a:cubicBezTo>
                <a:cubicBezTo>
                  <a:pt x="1404287" y="1715086"/>
                  <a:pt x="1199996" y="1590453"/>
                  <a:pt x="888569" y="1653683"/>
                </a:cubicBezTo>
                <a:cubicBezTo>
                  <a:pt x="577142" y="1716913"/>
                  <a:pt x="261590" y="1598444"/>
                  <a:pt x="0" y="1653683"/>
                </a:cubicBezTo>
                <a:cubicBezTo>
                  <a:pt x="-25101" y="1520633"/>
                  <a:pt x="25530" y="1319344"/>
                  <a:pt x="0" y="1152066"/>
                </a:cubicBezTo>
                <a:cubicBezTo>
                  <a:pt x="-25530" y="984788"/>
                  <a:pt x="55827" y="837563"/>
                  <a:pt x="0" y="633912"/>
                </a:cubicBezTo>
                <a:cubicBezTo>
                  <a:pt x="-55827" y="430261"/>
                  <a:pt x="67886" y="177117"/>
                  <a:pt x="0" y="0"/>
                </a:cubicBezTo>
                <a:close/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14DB127-1D4C-4975-B0AB-1FB3E6C06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717" y="4343249"/>
            <a:ext cx="3228954" cy="2265235"/>
          </a:xfrm>
          <a:custGeom>
            <a:avLst/>
            <a:gdLst>
              <a:gd name="connsiteX0" fmla="*/ 0 w 4442845"/>
              <a:gd name="connsiteY0" fmla="*/ 0 h 1653683"/>
              <a:gd name="connsiteX1" fmla="*/ 644213 w 4442845"/>
              <a:gd name="connsiteY1" fmla="*/ 0 h 1653683"/>
              <a:gd name="connsiteX2" fmla="*/ 1243997 w 4442845"/>
              <a:gd name="connsiteY2" fmla="*/ 0 h 1653683"/>
              <a:gd name="connsiteX3" fmla="*/ 1799352 w 4442845"/>
              <a:gd name="connsiteY3" fmla="*/ 0 h 1653683"/>
              <a:gd name="connsiteX4" fmla="*/ 2354708 w 4442845"/>
              <a:gd name="connsiteY4" fmla="*/ 0 h 1653683"/>
              <a:gd name="connsiteX5" fmla="*/ 2998920 w 4442845"/>
              <a:gd name="connsiteY5" fmla="*/ 0 h 1653683"/>
              <a:gd name="connsiteX6" fmla="*/ 3598704 w 4442845"/>
              <a:gd name="connsiteY6" fmla="*/ 0 h 1653683"/>
              <a:gd name="connsiteX7" fmla="*/ 4442845 w 4442845"/>
              <a:gd name="connsiteY7" fmla="*/ 0 h 1653683"/>
              <a:gd name="connsiteX8" fmla="*/ 4442845 w 4442845"/>
              <a:gd name="connsiteY8" fmla="*/ 534691 h 1653683"/>
              <a:gd name="connsiteX9" fmla="*/ 4442845 w 4442845"/>
              <a:gd name="connsiteY9" fmla="*/ 1036308 h 1653683"/>
              <a:gd name="connsiteX10" fmla="*/ 4442845 w 4442845"/>
              <a:gd name="connsiteY10" fmla="*/ 1653683 h 1653683"/>
              <a:gd name="connsiteX11" fmla="*/ 3976346 w 4442845"/>
              <a:gd name="connsiteY11" fmla="*/ 1653683 h 1653683"/>
              <a:gd name="connsiteX12" fmla="*/ 3332134 w 4442845"/>
              <a:gd name="connsiteY12" fmla="*/ 1653683 h 1653683"/>
              <a:gd name="connsiteX13" fmla="*/ 2821207 w 4442845"/>
              <a:gd name="connsiteY13" fmla="*/ 1653683 h 1653683"/>
              <a:gd name="connsiteX14" fmla="*/ 2176994 w 4442845"/>
              <a:gd name="connsiteY14" fmla="*/ 1653683 h 1653683"/>
              <a:gd name="connsiteX15" fmla="*/ 1710495 w 4442845"/>
              <a:gd name="connsiteY15" fmla="*/ 1653683 h 1653683"/>
              <a:gd name="connsiteX16" fmla="*/ 1288425 w 4442845"/>
              <a:gd name="connsiteY16" fmla="*/ 1653683 h 1653683"/>
              <a:gd name="connsiteX17" fmla="*/ 866355 w 4442845"/>
              <a:gd name="connsiteY17" fmla="*/ 1653683 h 1653683"/>
              <a:gd name="connsiteX18" fmla="*/ 0 w 4442845"/>
              <a:gd name="connsiteY18" fmla="*/ 1653683 h 1653683"/>
              <a:gd name="connsiteX19" fmla="*/ 0 w 4442845"/>
              <a:gd name="connsiteY19" fmla="*/ 1152066 h 1653683"/>
              <a:gd name="connsiteX20" fmla="*/ 0 w 4442845"/>
              <a:gd name="connsiteY20" fmla="*/ 567764 h 1653683"/>
              <a:gd name="connsiteX21" fmla="*/ 0 w 4442845"/>
              <a:gd name="connsiteY21" fmla="*/ 0 h 16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442845" h="1653683" fill="none" extrusionOk="0">
                <a:moveTo>
                  <a:pt x="0" y="0"/>
                </a:moveTo>
                <a:cubicBezTo>
                  <a:pt x="223815" y="-51660"/>
                  <a:pt x="511008" y="52017"/>
                  <a:pt x="644213" y="0"/>
                </a:cubicBezTo>
                <a:cubicBezTo>
                  <a:pt x="777418" y="-52017"/>
                  <a:pt x="981634" y="62232"/>
                  <a:pt x="1243997" y="0"/>
                </a:cubicBezTo>
                <a:cubicBezTo>
                  <a:pt x="1506360" y="-62232"/>
                  <a:pt x="1577584" y="24820"/>
                  <a:pt x="1799352" y="0"/>
                </a:cubicBezTo>
                <a:cubicBezTo>
                  <a:pt x="2021121" y="-24820"/>
                  <a:pt x="2126772" y="24769"/>
                  <a:pt x="2354708" y="0"/>
                </a:cubicBezTo>
                <a:cubicBezTo>
                  <a:pt x="2582644" y="-24769"/>
                  <a:pt x="2810013" y="19480"/>
                  <a:pt x="2998920" y="0"/>
                </a:cubicBezTo>
                <a:cubicBezTo>
                  <a:pt x="3187827" y="-19480"/>
                  <a:pt x="3347796" y="17247"/>
                  <a:pt x="3598704" y="0"/>
                </a:cubicBezTo>
                <a:cubicBezTo>
                  <a:pt x="3849612" y="-17247"/>
                  <a:pt x="4114915" y="98660"/>
                  <a:pt x="4442845" y="0"/>
                </a:cubicBezTo>
                <a:cubicBezTo>
                  <a:pt x="4500122" y="123477"/>
                  <a:pt x="4427879" y="328656"/>
                  <a:pt x="4442845" y="534691"/>
                </a:cubicBezTo>
                <a:cubicBezTo>
                  <a:pt x="4457811" y="740726"/>
                  <a:pt x="4425186" y="809483"/>
                  <a:pt x="4442845" y="1036308"/>
                </a:cubicBezTo>
                <a:cubicBezTo>
                  <a:pt x="4460504" y="1263133"/>
                  <a:pt x="4389726" y="1501782"/>
                  <a:pt x="4442845" y="1653683"/>
                </a:cubicBezTo>
                <a:cubicBezTo>
                  <a:pt x="4318268" y="1667208"/>
                  <a:pt x="4069976" y="1615917"/>
                  <a:pt x="3976346" y="1653683"/>
                </a:cubicBezTo>
                <a:cubicBezTo>
                  <a:pt x="3882716" y="1691449"/>
                  <a:pt x="3476594" y="1580596"/>
                  <a:pt x="3332134" y="1653683"/>
                </a:cubicBezTo>
                <a:cubicBezTo>
                  <a:pt x="3187674" y="1726770"/>
                  <a:pt x="2967880" y="1629859"/>
                  <a:pt x="2821207" y="1653683"/>
                </a:cubicBezTo>
                <a:cubicBezTo>
                  <a:pt x="2674534" y="1677507"/>
                  <a:pt x="2368194" y="1630932"/>
                  <a:pt x="2176994" y="1653683"/>
                </a:cubicBezTo>
                <a:cubicBezTo>
                  <a:pt x="1985794" y="1676434"/>
                  <a:pt x="1924272" y="1653664"/>
                  <a:pt x="1710495" y="1653683"/>
                </a:cubicBezTo>
                <a:cubicBezTo>
                  <a:pt x="1496718" y="1653702"/>
                  <a:pt x="1382979" y="1605706"/>
                  <a:pt x="1288425" y="1653683"/>
                </a:cubicBezTo>
                <a:cubicBezTo>
                  <a:pt x="1193871" y="1701660"/>
                  <a:pt x="953158" y="1653041"/>
                  <a:pt x="866355" y="1653683"/>
                </a:cubicBezTo>
                <a:cubicBezTo>
                  <a:pt x="779552" y="1654325"/>
                  <a:pt x="392487" y="1631936"/>
                  <a:pt x="0" y="1653683"/>
                </a:cubicBezTo>
                <a:cubicBezTo>
                  <a:pt x="-314" y="1526840"/>
                  <a:pt x="27901" y="1300238"/>
                  <a:pt x="0" y="1152066"/>
                </a:cubicBezTo>
                <a:cubicBezTo>
                  <a:pt x="-27901" y="1003894"/>
                  <a:pt x="33512" y="729003"/>
                  <a:pt x="0" y="567764"/>
                </a:cubicBezTo>
                <a:cubicBezTo>
                  <a:pt x="-33512" y="406525"/>
                  <a:pt x="29850" y="191350"/>
                  <a:pt x="0" y="0"/>
                </a:cubicBezTo>
                <a:close/>
              </a:path>
              <a:path w="4442845" h="1653683" stroke="0" extrusionOk="0">
                <a:moveTo>
                  <a:pt x="0" y="0"/>
                </a:moveTo>
                <a:cubicBezTo>
                  <a:pt x="158956" y="-19233"/>
                  <a:pt x="280738" y="18501"/>
                  <a:pt x="510927" y="0"/>
                </a:cubicBezTo>
                <a:cubicBezTo>
                  <a:pt x="741116" y="-18501"/>
                  <a:pt x="834589" y="11802"/>
                  <a:pt x="932997" y="0"/>
                </a:cubicBezTo>
                <a:cubicBezTo>
                  <a:pt x="1031405" y="-11802"/>
                  <a:pt x="1312496" y="9448"/>
                  <a:pt x="1577210" y="0"/>
                </a:cubicBezTo>
                <a:cubicBezTo>
                  <a:pt x="1841924" y="-9448"/>
                  <a:pt x="1903624" y="21657"/>
                  <a:pt x="2088137" y="0"/>
                </a:cubicBezTo>
                <a:cubicBezTo>
                  <a:pt x="2272650" y="-21657"/>
                  <a:pt x="2422477" y="38644"/>
                  <a:pt x="2599064" y="0"/>
                </a:cubicBezTo>
                <a:cubicBezTo>
                  <a:pt x="2775651" y="-38644"/>
                  <a:pt x="2940257" y="70939"/>
                  <a:pt x="3243277" y="0"/>
                </a:cubicBezTo>
                <a:cubicBezTo>
                  <a:pt x="3546297" y="-70939"/>
                  <a:pt x="3578689" y="6357"/>
                  <a:pt x="3709776" y="0"/>
                </a:cubicBezTo>
                <a:cubicBezTo>
                  <a:pt x="3840863" y="-6357"/>
                  <a:pt x="4101010" y="67649"/>
                  <a:pt x="4442845" y="0"/>
                </a:cubicBezTo>
                <a:cubicBezTo>
                  <a:pt x="4498229" y="276490"/>
                  <a:pt x="4425835" y="444198"/>
                  <a:pt x="4442845" y="584301"/>
                </a:cubicBezTo>
                <a:cubicBezTo>
                  <a:pt x="4459855" y="724404"/>
                  <a:pt x="4419337" y="960017"/>
                  <a:pt x="4442845" y="1102455"/>
                </a:cubicBezTo>
                <a:cubicBezTo>
                  <a:pt x="4466353" y="1244893"/>
                  <a:pt x="4440917" y="1541233"/>
                  <a:pt x="4442845" y="1653683"/>
                </a:cubicBezTo>
                <a:cubicBezTo>
                  <a:pt x="4269756" y="1658444"/>
                  <a:pt x="4088160" y="1594530"/>
                  <a:pt x="3843061" y="1653683"/>
                </a:cubicBezTo>
                <a:cubicBezTo>
                  <a:pt x="3597962" y="1712836"/>
                  <a:pt x="3398058" y="1618850"/>
                  <a:pt x="3198848" y="1653683"/>
                </a:cubicBezTo>
                <a:cubicBezTo>
                  <a:pt x="2999638" y="1688516"/>
                  <a:pt x="2704534" y="1583057"/>
                  <a:pt x="2554636" y="1653683"/>
                </a:cubicBezTo>
                <a:cubicBezTo>
                  <a:pt x="2404738" y="1724309"/>
                  <a:pt x="2210199" y="1638415"/>
                  <a:pt x="2088137" y="1653683"/>
                </a:cubicBezTo>
                <a:cubicBezTo>
                  <a:pt x="1966075" y="1668951"/>
                  <a:pt x="1661277" y="1592280"/>
                  <a:pt x="1532782" y="1653683"/>
                </a:cubicBezTo>
                <a:cubicBezTo>
                  <a:pt x="1404287" y="1715086"/>
                  <a:pt x="1199996" y="1590453"/>
                  <a:pt x="888569" y="1653683"/>
                </a:cubicBezTo>
                <a:cubicBezTo>
                  <a:pt x="577142" y="1716913"/>
                  <a:pt x="261590" y="1598444"/>
                  <a:pt x="0" y="1653683"/>
                </a:cubicBezTo>
                <a:cubicBezTo>
                  <a:pt x="-25101" y="1520633"/>
                  <a:pt x="25530" y="1319344"/>
                  <a:pt x="0" y="1152066"/>
                </a:cubicBezTo>
                <a:cubicBezTo>
                  <a:pt x="-25530" y="984788"/>
                  <a:pt x="55827" y="837563"/>
                  <a:pt x="0" y="633912"/>
                </a:cubicBezTo>
                <a:cubicBezTo>
                  <a:pt x="-55827" y="430261"/>
                  <a:pt x="67886" y="177117"/>
                  <a:pt x="0" y="0"/>
                </a:cubicBezTo>
                <a:close/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14660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F66AD4-18CE-B686-712C-B9B4D669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088342"/>
            <a:ext cx="10018713" cy="1143001"/>
          </a:xfrm>
        </p:spPr>
        <p:txBody>
          <a:bodyPr/>
          <a:lstStyle/>
          <a:p>
            <a:r>
              <a:rPr lang="hu-HU"/>
              <a:t>Az élek osztályozása (</a:t>
            </a:r>
            <a:r>
              <a:rPr lang="hu-HU" err="1"/>
              <a:t>Classification</a:t>
            </a:r>
            <a:r>
              <a:rPr lang="hu-HU"/>
              <a:t> of </a:t>
            </a:r>
            <a:r>
              <a:rPr lang="hu-HU" err="1"/>
              <a:t>edges</a:t>
            </a:r>
            <a:r>
              <a:rPr lang="hu-HU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04554834-CA5F-5979-6885-3E147E390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407298"/>
                <a:ext cx="10018713" cy="4174124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hu-HU" sz="1800" b="1" kern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35"/>
                  </a:rPr>
                  <a:t>Tétel.</a:t>
                </a:r>
                <a:r>
                  <a:rPr lang="hu-HU" sz="1800" kern="0">
                    <a:effectLst/>
                    <a:ea typeface="Calibri" panose="020F0502020204030204" pitchFamily="34" charset="0"/>
                    <a:cs typeface="F35"/>
                  </a:rPr>
                  <a:t> </a:t>
                </a:r>
                <a:r>
                  <a:rPr lang="hu-HU" sz="1800" kern="0">
                    <a:effectLst/>
                    <a:ea typeface="Calibri" panose="020F0502020204030204" pitchFamily="34" charset="0"/>
                    <a:cs typeface="F58"/>
                  </a:rPr>
                  <a:t>A gráf éleinek felismerése: </a:t>
                </a:r>
                <a:endParaRPr lang="hu-HU" sz="18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kern="0">
                    <a:effectLst/>
                    <a:ea typeface="Calibri" panose="020F0502020204030204" pitchFamily="34" charset="0"/>
                    <a:cs typeface="F58"/>
                  </a:rPr>
                  <a:t>A mélységi bejárás során tetszőleges </a:t>
                </a:r>
                <a:r>
                  <a:rPr lang="hu-HU" sz="18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800" kern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8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8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800" kern="0">
                    <a:effectLst/>
                    <a:ea typeface="Calibri" panose="020F0502020204030204" pitchFamily="34" charset="0"/>
                    <a:cs typeface="F58"/>
                  </a:rPr>
                  <a:t>él feldolgozásakor az él a következő kritériumok alapján osztályozható: </a:t>
                </a:r>
                <a:endParaRPr lang="hu-HU" sz="18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fa-él (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tree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 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edge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⟺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a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csúcs még fehér. </a:t>
                </a:r>
                <a:endParaRPr lang="hu-HU" sz="16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vissza-él (back 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edge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⟺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a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csúcs éppen szürke. </a:t>
                </a:r>
                <a:endParaRPr lang="hu-HU" sz="16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előre-él (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forward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 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edge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⟺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a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csúcs már fekete </a:t>
                </a:r>
                <a14:m>
                  <m:oMath xmlns:m="http://schemas.openxmlformats.org/officeDocument/2006/math">
                    <m:r>
                      <a:rPr lang="hu-HU" sz="1600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58"/>
                      </a:rPr>
                      <m:t>∧</m:t>
                    </m:r>
                  </m:oMath>
                </a14:m>
                <a:r>
                  <a:rPr lang="hu-HU" sz="16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&lt;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. </a:t>
                </a:r>
                <a:endParaRPr lang="hu-HU" sz="16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kereszt-él (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cross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 </a:t>
                </a:r>
                <a:r>
                  <a:rPr lang="hu-HU" sz="1600" kern="0" err="1">
                    <a:effectLst/>
                    <a:ea typeface="Calibri" panose="020F0502020204030204" pitchFamily="34" charset="0"/>
                    <a:cs typeface="F16"/>
                  </a:rPr>
                  <a:t>edge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16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⟺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a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csúcs már fekete </a:t>
                </a:r>
                <a14:m>
                  <m:oMath xmlns:m="http://schemas.openxmlformats.org/officeDocument/2006/math">
                    <m:r>
                      <a:rPr lang="hu-HU" sz="1600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58"/>
                      </a:rPr>
                      <m:t>∧</m:t>
                    </m:r>
                  </m:oMath>
                </a14:m>
                <a:r>
                  <a:rPr lang="hu-HU" sz="16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MI12"/>
                  </a:rPr>
                  <a:t>&gt; 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600" i="1" kern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600" kern="0">
                    <a:effectLst/>
                    <a:ea typeface="Calibri" panose="020F0502020204030204" pitchFamily="34" charset="0"/>
                    <a:cs typeface="F58"/>
                  </a:rPr>
                  <a:t>. </a:t>
                </a:r>
                <a:endParaRPr lang="hu-HU" sz="160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04554834-CA5F-5979-6885-3E147E390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407298"/>
                <a:ext cx="10018713" cy="4174124"/>
              </a:xfrm>
              <a:blipFill>
                <a:blip r:embed="rId2"/>
                <a:stretch>
                  <a:fillRect l="-1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20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ercs: vízszintes 9">
            <a:extLst>
              <a:ext uri="{FF2B5EF4-FFF2-40B4-BE49-F238E27FC236}">
                <a16:creationId xmlns:a16="http://schemas.microsoft.com/office/drawing/2014/main" id="{A4DA64C1-1254-B8CC-92ED-F0C681CAB253}"/>
              </a:ext>
            </a:extLst>
          </p:cNvPr>
          <p:cNvSpPr/>
          <p:nvPr/>
        </p:nvSpPr>
        <p:spPr>
          <a:xfrm>
            <a:off x="1857025" y="5877848"/>
            <a:ext cx="3375375" cy="63471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565FD42-5A08-3B0C-FE1D-D66564AC4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200" y="0"/>
            <a:ext cx="10018713" cy="1086556"/>
          </a:xfrm>
        </p:spPr>
        <p:txBody>
          <a:bodyPr/>
          <a:lstStyle/>
          <a:p>
            <a:r>
              <a:rPr lang="hu-HU"/>
              <a:t>A mélységi gráfkeresés futási ideje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C96B5E9-F4B3-042D-6A4A-82A540ACA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980151"/>
                <a:ext cx="10018713" cy="539608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hu-HU" dirty="0"/>
                  <a:t> </a:t>
                </a:r>
                <a:r>
                  <a:rPr lang="hu-HU" i="1" dirty="0"/>
                  <a:t>n</a:t>
                </a:r>
                <a:r>
                  <a:rPr lang="hu-HU" dirty="0"/>
                  <a:t> =|</a:t>
                </a:r>
                <a:r>
                  <a:rPr lang="hu-HU" i="1" dirty="0"/>
                  <a:t>G.V</a:t>
                </a:r>
                <a:r>
                  <a:rPr lang="hu-HU" dirty="0"/>
                  <a:t> | és </a:t>
                </a:r>
                <a:r>
                  <a:rPr lang="hu-HU" i="1" dirty="0"/>
                  <a:t>m</a:t>
                </a:r>
                <a:r>
                  <a:rPr lang="hu-HU" dirty="0"/>
                  <a:t> = |</a:t>
                </a:r>
                <a:r>
                  <a:rPr lang="hu-HU" i="1" dirty="0"/>
                  <a:t>G.E</a:t>
                </a:r>
                <a:r>
                  <a:rPr lang="hu-HU" dirty="0"/>
                  <a:t>| </a:t>
                </a:r>
              </a:p>
              <a:p>
                <a:r>
                  <a:rPr lang="hu-HU" dirty="0"/>
                  <a:t>DFS mindkét ciklusa </a:t>
                </a:r>
                <a:r>
                  <a:rPr lang="hu-HU" i="1" dirty="0"/>
                  <a:t>n</a:t>
                </a:r>
                <a:r>
                  <a:rPr lang="hu-HU" dirty="0"/>
                  <a:t>-szer fut le. </a:t>
                </a:r>
              </a:p>
              <a:p>
                <a:r>
                  <a:rPr lang="hu-HU" dirty="0" err="1"/>
                  <a:t>DFSvisit</a:t>
                </a:r>
                <a:r>
                  <a:rPr lang="hu-HU" dirty="0"/>
                  <a:t> rekurzív eljárás:</a:t>
                </a:r>
              </a:p>
              <a:p>
                <a:pPr lvl="1"/>
                <a:r>
                  <a:rPr lang="hu-HU" dirty="0"/>
                  <a:t>Mindegyik csúcsra, amikor először érjük el (fehér)egyszer</a:t>
                </a:r>
              </a:p>
              <a:p>
                <a:pPr lvl="1"/>
                <a:r>
                  <a:rPr lang="hu-HU" b="1" dirty="0"/>
                  <a:t>összesen </a:t>
                </a:r>
                <a:r>
                  <a:rPr lang="hu-HU" b="1" i="1" dirty="0"/>
                  <a:t>n</a:t>
                </a:r>
                <a:r>
                  <a:rPr lang="hu-HU" b="1" dirty="0"/>
                  <a:t>-szer </a:t>
                </a:r>
                <a:r>
                  <a:rPr lang="hu-HU" dirty="0" err="1"/>
                  <a:t>hívódik</a:t>
                </a:r>
                <a:r>
                  <a:rPr lang="hu-HU" dirty="0"/>
                  <a:t> meg </a:t>
                </a:r>
              </a:p>
              <a:p>
                <a:r>
                  <a:rPr lang="hu-HU" dirty="0"/>
                  <a:t>A </a:t>
                </a:r>
                <a:r>
                  <a:rPr lang="hu-HU" dirty="0" err="1"/>
                  <a:t>DFSvisit</a:t>
                </a:r>
                <a:r>
                  <a:rPr lang="hu-HU" dirty="0"/>
                  <a:t> ciklusa </a:t>
                </a:r>
              </a:p>
              <a:p>
                <a:pPr lvl="1"/>
                <a:r>
                  <a:rPr lang="hu-HU" dirty="0"/>
                  <a:t>mindegyik csúcsra annyit iterál, amennyi a kimeneti fokszáma. </a:t>
                </a:r>
              </a:p>
              <a:p>
                <a:pPr lvl="1"/>
                <a:r>
                  <a:rPr lang="hu-HU" dirty="0"/>
                  <a:t>Ez a ciklus tehát a gráf éleit dolgozza fel, mindegyiket egyszer. </a:t>
                </a:r>
              </a:p>
              <a:p>
                <a:pPr lvl="1"/>
                <a:r>
                  <a:rPr lang="hu-HU" dirty="0"/>
                  <a:t>Összesen </a:t>
                </a:r>
                <a:r>
                  <a:rPr lang="hu-HU" b="1" i="1" dirty="0"/>
                  <a:t>m</a:t>
                </a:r>
                <a:r>
                  <a:rPr lang="hu-HU" dirty="0"/>
                  <a:t> iterációt végez. </a:t>
                </a:r>
              </a:p>
              <a:p>
                <a:r>
                  <a:rPr lang="hu-HU" dirty="0"/>
                  <a:t>A DFS csak egyszer </a:t>
                </a:r>
                <a:r>
                  <a:rPr lang="hu-HU" dirty="0" err="1"/>
                  <a:t>hívódik</a:t>
                </a:r>
                <a:r>
                  <a:rPr lang="hu-HU" dirty="0"/>
                  <a:t> meg. </a:t>
                </a:r>
              </a:p>
              <a:p>
                <a:r>
                  <a:rPr lang="hu-HU" dirty="0" err="1"/>
                  <a:t>Tfh</a:t>
                </a:r>
                <a:r>
                  <a:rPr lang="hu-HU" dirty="0"/>
                  <a:t>! a </a:t>
                </a:r>
                <a:r>
                  <a:rPr lang="hu-HU" dirty="0" err="1"/>
                  <a:t>backEdge</a:t>
                </a:r>
                <a:r>
                  <a:rPr lang="hu-HU" dirty="0"/>
                  <a:t> eljárás: csak megjelöl egy visszaélet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hu-HU" dirty="0"/>
                  <a:t>(1) műveletigényű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hu-HU" dirty="0"/>
                  <a:t> és műveletigénye hozzávehető az őt meghívó ciklusiterációéhoz.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hu-HU" dirty="0"/>
                  <a:t>Pontosan: (1+2</a:t>
                </a:r>
                <a:r>
                  <a:rPr lang="hu-HU" i="1" dirty="0"/>
                  <a:t>n</a:t>
                </a:r>
                <a:r>
                  <a:rPr lang="hu-HU" dirty="0"/>
                  <a:t>)+(</a:t>
                </a:r>
                <a:r>
                  <a:rPr lang="hu-HU" i="1" dirty="0" err="1"/>
                  <a:t>n</a:t>
                </a:r>
                <a:r>
                  <a:rPr lang="hu-HU" dirty="0" err="1"/>
                  <a:t>+</a:t>
                </a:r>
                <a:r>
                  <a:rPr lang="hu-HU" i="1" dirty="0" err="1"/>
                  <a:t>m</a:t>
                </a:r>
                <a:r>
                  <a:rPr lang="hu-HU" dirty="0"/>
                  <a:t>) = 3</a:t>
                </a:r>
                <a:r>
                  <a:rPr lang="hu-HU" i="1" dirty="0"/>
                  <a:t>n</a:t>
                </a:r>
                <a:r>
                  <a:rPr lang="hu-HU" dirty="0"/>
                  <a:t> + </a:t>
                </a:r>
                <a:r>
                  <a:rPr lang="hu-HU" i="1" dirty="0"/>
                  <a:t>m</a:t>
                </a:r>
                <a:r>
                  <a:rPr lang="hu-HU" dirty="0"/>
                  <a:t> + 1 lépés </a:t>
                </a:r>
              </a:p>
              <a:p>
                <a:pPr marL="720725">
                  <a:buFont typeface="Wingdings" panose="05000000000000000000" pitchFamily="2" charset="2"/>
                  <a:buChar char="Ø"/>
                </a:pPr>
                <a:r>
                  <a:rPr lang="hu-HU" i="1" dirty="0"/>
                  <a:t>MT</a:t>
                </a:r>
                <a:r>
                  <a:rPr lang="hu-HU" dirty="0"/>
                  <a:t>(</a:t>
                </a:r>
                <a:r>
                  <a:rPr lang="hu-HU" i="1" dirty="0"/>
                  <a:t>n</a:t>
                </a:r>
                <a:r>
                  <a:rPr lang="hu-HU" dirty="0"/>
                  <a:t>); </a:t>
                </a:r>
                <a:r>
                  <a:rPr lang="hu-HU" i="1" dirty="0" err="1"/>
                  <a:t>mT</a:t>
                </a:r>
                <a:r>
                  <a:rPr lang="hu-HU" dirty="0"/>
                  <a:t>(</a:t>
                </a:r>
                <a:r>
                  <a:rPr lang="hu-HU" i="1" dirty="0"/>
                  <a:t>n</a:t>
                </a:r>
                <a:r>
                  <a:rPr lang="hu-HU" dirty="0"/>
                  <a:t>) </a:t>
                </a:r>
                <a14:m>
                  <m:oMath xmlns:m="http://schemas.openxmlformats.org/officeDocument/2006/math">
                    <m:r>
                      <a:rPr lang="hu-HU" b="1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hu-HU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hu-HU" dirty="0"/>
                  <a:t>(</a:t>
                </a:r>
                <a:r>
                  <a:rPr lang="hu-HU" i="1" dirty="0"/>
                  <a:t>n</a:t>
                </a:r>
                <a:r>
                  <a:rPr lang="hu-HU" dirty="0"/>
                  <a:t> + </a:t>
                </a:r>
                <a:r>
                  <a:rPr lang="hu-HU" i="1" dirty="0"/>
                  <a:t>m</a:t>
                </a:r>
                <a:r>
                  <a:rPr lang="hu-HU" dirty="0"/>
                  <a:t>)</a:t>
                </a:r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C96B5E9-F4B3-042D-6A4A-82A540ACA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980151"/>
                <a:ext cx="10018713" cy="5396088"/>
              </a:xfrm>
              <a:blipFill>
                <a:blip r:embed="rId2"/>
                <a:stretch>
                  <a:fillRect l="-1156" t="-3503" b="-293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Kép 3">
            <a:extLst>
              <a:ext uri="{FF2B5EF4-FFF2-40B4-BE49-F238E27FC236}">
                <a16:creationId xmlns:a16="http://schemas.microsoft.com/office/drawing/2014/main" id="{728A0B0C-881F-3A9F-2C1A-F5A9835D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869" y="959555"/>
            <a:ext cx="3246176" cy="287868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D5195EC-A23E-87FA-8418-C513EE0E4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615" y="3944645"/>
            <a:ext cx="3690336" cy="277222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BCCDE6D-F362-49DE-B8C4-148655788D63}"/>
              </a:ext>
            </a:extLst>
          </p:cNvPr>
          <p:cNvSpPr txBox="1"/>
          <p:nvPr/>
        </p:nvSpPr>
        <p:spPr>
          <a:xfrm>
            <a:off x="8652632" y="1446533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-szer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9A2FC5A-FAF0-9456-B303-C1C6B75221D3}"/>
              </a:ext>
            </a:extLst>
          </p:cNvPr>
          <p:cNvSpPr txBox="1"/>
          <p:nvPr/>
        </p:nvSpPr>
        <p:spPr>
          <a:xfrm>
            <a:off x="8707609" y="242830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n</a:t>
            </a:r>
            <a:r>
              <a:rPr lang="hu-HU"/>
              <a:t>-szer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ADBFA95-6912-8471-13E2-44D758BD0DAE}"/>
              </a:ext>
            </a:extLst>
          </p:cNvPr>
          <p:cNvSpPr txBox="1"/>
          <p:nvPr/>
        </p:nvSpPr>
        <p:spPr>
          <a:xfrm>
            <a:off x="8689679" y="960757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1-szer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CAFD0DC-F1A3-2347-D10D-EA89EE086E13}"/>
              </a:ext>
            </a:extLst>
          </p:cNvPr>
          <p:cNvSpPr txBox="1"/>
          <p:nvPr/>
        </p:nvSpPr>
        <p:spPr>
          <a:xfrm>
            <a:off x="7684781" y="3964482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n</a:t>
            </a:r>
            <a:r>
              <a:rPr lang="hu-HU" dirty="0"/>
              <a:t>-szer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8D4FB4C-8B14-E9F1-034E-FBA5AD30C097}"/>
              </a:ext>
            </a:extLst>
          </p:cNvPr>
          <p:cNvSpPr txBox="1"/>
          <p:nvPr/>
        </p:nvSpPr>
        <p:spPr>
          <a:xfrm>
            <a:off x="8262615" y="4722982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m</a:t>
            </a:r>
            <a:r>
              <a:rPr lang="hu-HU"/>
              <a:t>-szer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zövegdoboz 12">
                <a:extLst>
                  <a:ext uri="{FF2B5EF4-FFF2-40B4-BE49-F238E27FC236}">
                    <a16:creationId xmlns:a16="http://schemas.microsoft.com/office/drawing/2014/main" id="{18BB58BC-18EF-FB6A-60A8-3E539DABFFC3}"/>
                  </a:ext>
                </a:extLst>
              </p:cNvPr>
              <p:cNvSpPr txBox="1"/>
              <p:nvPr/>
            </p:nvSpPr>
            <p:spPr>
              <a:xfrm>
                <a:off x="10673417" y="5982258"/>
                <a:ext cx="5907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hu-HU"/>
                  <a:t>(1)</a:t>
                </a:r>
              </a:p>
            </p:txBody>
          </p:sp>
        </mc:Choice>
        <mc:Fallback xmlns="">
          <p:sp>
            <p:nvSpPr>
              <p:cNvPr id="13" name="Szövegdoboz 12">
                <a:extLst>
                  <a:ext uri="{FF2B5EF4-FFF2-40B4-BE49-F238E27FC236}">
                    <a16:creationId xmlns:a16="http://schemas.microsoft.com/office/drawing/2014/main" id="{18BB58BC-18EF-FB6A-60A8-3E539DABF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417" y="5982258"/>
                <a:ext cx="590701" cy="369332"/>
              </a:xfrm>
              <a:prstGeom prst="rect">
                <a:avLst/>
              </a:prstGeom>
              <a:blipFill>
                <a:blip r:embed="rId5"/>
                <a:stretch>
                  <a:fillRect t="-8197" r="-41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76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432807-0D54-4B2D-F968-273663C5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87" y="699797"/>
            <a:ext cx="10018713" cy="890081"/>
          </a:xfrm>
        </p:spPr>
        <p:txBody>
          <a:bodyPr/>
          <a:lstStyle/>
          <a:p>
            <a:r>
              <a:rPr lang="hu-HU"/>
              <a:t>A DAG tulajdonság eldöntése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997217-F35F-E818-CBB5-4DBB85F3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877" y="1828799"/>
            <a:ext cx="10018713" cy="434806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3"/>
            </a:pPr>
            <a:r>
              <a:rPr lang="hu-HU" b="1" kern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F35"/>
              </a:rPr>
              <a:t>Definíció.</a:t>
            </a:r>
            <a:r>
              <a:rPr lang="hu-HU" kern="0">
                <a:effectLst/>
                <a:ea typeface="Calibri" panose="020F0502020204030204" pitchFamily="34" charset="0"/>
                <a:cs typeface="F35"/>
              </a:rPr>
              <a:t>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A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irányított gráf akkor DAG (</a:t>
            </a:r>
            <a:r>
              <a:rPr lang="hu-HU" kern="0" err="1">
                <a:effectLst/>
                <a:ea typeface="Calibri" panose="020F0502020204030204" pitchFamily="34" charset="0"/>
                <a:cs typeface="F58"/>
              </a:rPr>
              <a:t>Directed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 </a:t>
            </a:r>
            <a:r>
              <a:rPr lang="hu-HU" kern="0" err="1">
                <a:effectLst/>
                <a:ea typeface="Calibri" panose="020F0502020204030204" pitchFamily="34" charset="0"/>
                <a:cs typeface="F58"/>
              </a:rPr>
              <a:t>Acyclic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 </a:t>
            </a:r>
            <a:r>
              <a:rPr lang="hu-HU" kern="0" err="1">
                <a:effectLst/>
                <a:ea typeface="Calibri" panose="020F0502020204030204" pitchFamily="34" charset="0"/>
                <a:cs typeface="F58"/>
              </a:rPr>
              <a:t>Graph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 = körmentes irányított gráf ), ha nem tartalmaz irányított kört. </a:t>
            </a:r>
            <a:endParaRPr lang="hu-HU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A DAG-ok a gráfok fontos osztályát képezik: sok hasznos </a:t>
            </a:r>
            <a:r>
              <a:rPr lang="hu-HU" sz="2000" kern="0" err="1">
                <a:effectLst/>
                <a:ea typeface="Calibri" panose="020F0502020204030204" pitchFamily="34" charset="0"/>
                <a:cs typeface="F16"/>
              </a:rPr>
              <a:t>algorimus</a:t>
            </a: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 </a:t>
            </a:r>
            <a:r>
              <a:rPr lang="hu-HU" sz="2000" kern="0" err="1">
                <a:effectLst/>
                <a:ea typeface="Calibri" panose="020F0502020204030204" pitchFamily="34" charset="0"/>
                <a:cs typeface="F16"/>
              </a:rPr>
              <a:t>DAGot</a:t>
            </a: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 vár a bemenetén </a:t>
            </a:r>
            <a:endParaRPr lang="hu-HU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az input ellenőrzése is szükséges lehet </a:t>
            </a:r>
            <a:endParaRPr lang="hu-HU" sz="18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>
                <a:ea typeface="Calibri" panose="020F0502020204030204" pitchFamily="34" charset="0"/>
                <a:cs typeface="F16"/>
              </a:rPr>
              <a:t>Ha</a:t>
            </a: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 a mélységi bejárás egy </a:t>
            </a:r>
            <a:r>
              <a:rPr lang="hu-HU" sz="20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0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20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20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vissza-élet talál -&gt; irányított kört is talált a gráfban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ekkor a vissza-él a definíciója szerint egy mélységi fában az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csúcs egyik őse a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csúcs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és a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-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ből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-</a:t>
            </a:r>
            <a:r>
              <a:rPr lang="hu-HU" sz="1800" kern="0" err="1">
                <a:effectLst/>
                <a:ea typeface="Calibri" panose="020F0502020204030204" pitchFamily="34" charset="0"/>
                <a:cs typeface="F16"/>
              </a:rPr>
              <a:t>ba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 vezető, fa-élekből álló út az 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éllel együtt irányított kört alkot</a:t>
            </a:r>
            <a:endParaRPr lang="hu-HU" sz="18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39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432807-0D54-4B2D-F968-273663C5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612" y="774441"/>
            <a:ext cx="10018713" cy="890081"/>
          </a:xfrm>
        </p:spPr>
        <p:txBody>
          <a:bodyPr/>
          <a:lstStyle/>
          <a:p>
            <a:r>
              <a:rPr lang="hu-HU"/>
              <a:t>A DAG tulajdonság eldöntése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997217-F35F-E818-CBB5-4DBB85F3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1885" y="1664522"/>
            <a:ext cx="10018713" cy="459066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Bebizonyítható, hogy ha a </a:t>
            </a:r>
            <a:r>
              <a:rPr lang="hu-HU" sz="2000" i="1" kern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000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irányított gráf nem DAG (irányított kört tartalmaz) </a:t>
            </a:r>
            <a:br>
              <a:rPr lang="hu-HU" sz="2000" kern="0">
                <a:effectLst/>
                <a:ea typeface="Calibri" panose="020F0502020204030204" pitchFamily="34" charset="0"/>
                <a:cs typeface="F16"/>
              </a:rPr>
            </a:b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-&gt;a DFS fog visszaélet, és ezzel irányított kört találni </a:t>
            </a:r>
            <a:endParaRPr lang="hu-HU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Az viszont nem garantált, hogy az összes irányított kört megtalálja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</a:pPr>
            <a:r>
              <a:rPr lang="hu-HU" b="1" kern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F35"/>
              </a:rPr>
              <a:t>Tétel</a:t>
            </a:r>
            <a:r>
              <a:rPr lang="hu-HU" kern="0">
                <a:effectLst/>
                <a:ea typeface="Calibri" panose="020F0502020204030204" pitchFamily="34" charset="0"/>
                <a:cs typeface="F35"/>
              </a:rPr>
              <a:t>.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A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irányított gráf DAG </a:t>
            </a:r>
            <a:r>
              <a:rPr lang="hu-HU" kern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⟺</a:t>
            </a:r>
            <a:r>
              <a:rPr lang="hu-HU" kern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a mélységi bejárás nem talál 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-ben vissza-élet. </a:t>
            </a:r>
            <a:br>
              <a:rPr lang="hu-HU" kern="0">
                <a:effectLst/>
                <a:ea typeface="Calibri" panose="020F0502020204030204" pitchFamily="34" charset="0"/>
                <a:cs typeface="F58"/>
              </a:rPr>
            </a:br>
            <a:r>
              <a:rPr lang="hu-HU" kern="0">
                <a:effectLst/>
                <a:ea typeface="Calibri" panose="020F0502020204030204" pitchFamily="34" charset="0"/>
                <a:cs typeface="F58"/>
              </a:rPr>
              <a:t>Ha a DFS talál egy 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vissza-élet, akkor az &lt;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π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),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π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 (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π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 (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>
                <a:effectLst/>
                <a:ea typeface="Calibri" panose="020F0502020204030204" pitchFamily="34" charset="0"/>
                <a:cs typeface="CMR12"/>
              </a:rPr>
              <a:t>)),…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kern="0">
                <a:effectLst/>
                <a:ea typeface="Calibri" panose="020F0502020204030204" pitchFamily="34" charset="0"/>
                <a:cs typeface="CMMI12"/>
              </a:rPr>
              <a:t>; </a:t>
            </a:r>
            <a:r>
              <a:rPr lang="hu-HU" i="1" kern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>
                <a:effectLst/>
                <a:ea typeface="Calibri" panose="020F0502020204030204" pitchFamily="34" charset="0"/>
                <a:cs typeface="CMSY10"/>
              </a:rPr>
              <a:t>&gt; </a:t>
            </a:r>
            <a:r>
              <a:rPr lang="hu-HU" kern="0">
                <a:effectLst/>
                <a:ea typeface="Calibri" panose="020F0502020204030204" pitchFamily="34" charset="0"/>
                <a:cs typeface="F58"/>
              </a:rPr>
              <a:t>csúcssorozat visszafelé olvasva egyszerű irányított kört ad. </a:t>
            </a:r>
            <a:endParaRPr lang="hu-HU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A tétel alapján a </a:t>
            </a:r>
            <a:r>
              <a:rPr lang="hu-HU" sz="2000" kern="0" err="1">
                <a:effectLst/>
                <a:ea typeface="Calibri" panose="020F0502020204030204" pitchFamily="34" charset="0"/>
                <a:cs typeface="F16"/>
              </a:rPr>
              <a:t>backEdge</a:t>
            </a:r>
            <a:r>
              <a:rPr lang="hu-HU" sz="2000" kern="0">
                <a:effectLst/>
                <a:ea typeface="Calibri" panose="020F0502020204030204" pitchFamily="34" charset="0"/>
                <a:cs typeface="F16"/>
              </a:rPr>
              <a:t> eljárás akár ki is nyomtathatja a megtalált irányított kört. </a:t>
            </a:r>
            <a:endParaRPr lang="hu-HU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Ebben az esetben a maximális futási ideje nyilván 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Θ(</a:t>
            </a:r>
            <a:r>
              <a:rPr lang="hu-HU" sz="1800" i="1" kern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1800" kern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1800" kern="0">
                <a:effectLst/>
                <a:ea typeface="Calibri" panose="020F0502020204030204" pitchFamily="34" charset="0"/>
                <a:cs typeface="F16"/>
              </a:rPr>
              <a:t>lesz</a:t>
            </a:r>
            <a:endParaRPr lang="hu-HU" sz="1800"/>
          </a:p>
        </p:txBody>
      </p:sp>
    </p:spTree>
    <p:extLst>
      <p:ext uri="{BB962C8B-B14F-4D97-AF65-F5344CB8AC3E}">
        <p14:creationId xmlns:p14="http://schemas.microsoft.com/office/powerpoint/2010/main" val="223115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C0FDDD-070D-C795-0D23-955A2043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704" y="530159"/>
            <a:ext cx="10018713" cy="851170"/>
          </a:xfrm>
        </p:spPr>
        <p:txBody>
          <a:bodyPr/>
          <a:lstStyle/>
          <a:p>
            <a:r>
              <a:rPr lang="hu-HU" err="1"/>
              <a:t>Topologikus</a:t>
            </a:r>
            <a:r>
              <a:rPr lang="hu-HU"/>
              <a:t> rendezés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639384-7388-3587-5E2A-31D9DD396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1381329"/>
            <a:ext cx="10018713" cy="250000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5"/>
            </a:pPr>
            <a:r>
              <a:rPr lang="hu-HU" sz="2200" b="1" kern="0">
                <a:solidFill>
                  <a:schemeClr val="accent1">
                    <a:lumMod val="75000"/>
                  </a:schemeClr>
                </a:solidFill>
                <a:effectLst/>
                <a:ea typeface="Calibri"/>
                <a:cs typeface="F35"/>
              </a:rPr>
              <a:t>Definíció.</a:t>
            </a:r>
            <a:r>
              <a:rPr lang="hu-HU" sz="2200" kern="0">
                <a:effectLst/>
                <a:ea typeface="Calibri"/>
                <a:cs typeface="F35"/>
              </a:rPr>
              <a:t> </a:t>
            </a:r>
            <a:r>
              <a:rPr lang="hu-HU" sz="2200" kern="0">
                <a:effectLst/>
                <a:ea typeface="Calibri"/>
                <a:cs typeface="F58"/>
              </a:rPr>
              <a:t>Irányított gráf </a:t>
            </a:r>
            <a:r>
              <a:rPr lang="hu-HU" sz="2200" kern="0" err="1">
                <a:effectLst/>
                <a:ea typeface="Calibri"/>
                <a:cs typeface="F58"/>
              </a:rPr>
              <a:t>topologikus</a:t>
            </a:r>
            <a:r>
              <a:rPr lang="hu-HU" sz="2200" kern="0">
                <a:effectLst/>
                <a:ea typeface="Calibri"/>
                <a:cs typeface="F58"/>
              </a:rPr>
              <a:t> rendezése alatt a gráf csúcsainak olyan sorba rendezését értjük, amelyben minden él egy-egy később jövő csúcsba (szemléletesen: balról jobbra) mutat.</a:t>
            </a:r>
            <a:r>
              <a:rPr lang="hu-HU" sz="2200" kern="0">
                <a:ea typeface="Calibri"/>
                <a:cs typeface="F58"/>
              </a:rPr>
              <a:t> </a:t>
            </a:r>
            <a:endParaRPr lang="hu-HU" sz="2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 sz="2200" kern="0">
                <a:effectLst/>
                <a:ea typeface="Calibri"/>
                <a:cs typeface="F16"/>
              </a:rPr>
              <a:t>Ugyanannak a gráfnak lehet egynél több </a:t>
            </a:r>
            <a:r>
              <a:rPr lang="hu-HU" sz="2200" kern="0" err="1">
                <a:effectLst/>
                <a:ea typeface="Calibri"/>
                <a:cs typeface="F16"/>
              </a:rPr>
              <a:t>topologikus</a:t>
            </a:r>
            <a:r>
              <a:rPr lang="hu-HU" sz="2200" kern="0">
                <a:effectLst/>
                <a:ea typeface="Calibri"/>
                <a:cs typeface="F16"/>
              </a:rPr>
              <a:t> rendezése</a:t>
            </a:r>
            <a:endParaRPr lang="hu-HU" sz="2200">
              <a:ea typeface="Calibri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BF4BFF5-AC4E-D4F9-E462-CAFD078D8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283" y="3618690"/>
            <a:ext cx="7216765" cy="2545301"/>
          </a:xfrm>
          <a:custGeom>
            <a:avLst/>
            <a:gdLst>
              <a:gd name="connsiteX0" fmla="*/ 0 w 4442845"/>
              <a:gd name="connsiteY0" fmla="*/ 0 h 1653683"/>
              <a:gd name="connsiteX1" fmla="*/ 644213 w 4442845"/>
              <a:gd name="connsiteY1" fmla="*/ 0 h 1653683"/>
              <a:gd name="connsiteX2" fmla="*/ 1243997 w 4442845"/>
              <a:gd name="connsiteY2" fmla="*/ 0 h 1653683"/>
              <a:gd name="connsiteX3" fmla="*/ 1799352 w 4442845"/>
              <a:gd name="connsiteY3" fmla="*/ 0 h 1653683"/>
              <a:gd name="connsiteX4" fmla="*/ 2354708 w 4442845"/>
              <a:gd name="connsiteY4" fmla="*/ 0 h 1653683"/>
              <a:gd name="connsiteX5" fmla="*/ 2998920 w 4442845"/>
              <a:gd name="connsiteY5" fmla="*/ 0 h 1653683"/>
              <a:gd name="connsiteX6" fmla="*/ 3598704 w 4442845"/>
              <a:gd name="connsiteY6" fmla="*/ 0 h 1653683"/>
              <a:gd name="connsiteX7" fmla="*/ 4442845 w 4442845"/>
              <a:gd name="connsiteY7" fmla="*/ 0 h 1653683"/>
              <a:gd name="connsiteX8" fmla="*/ 4442845 w 4442845"/>
              <a:gd name="connsiteY8" fmla="*/ 534691 h 1653683"/>
              <a:gd name="connsiteX9" fmla="*/ 4442845 w 4442845"/>
              <a:gd name="connsiteY9" fmla="*/ 1036308 h 1653683"/>
              <a:gd name="connsiteX10" fmla="*/ 4442845 w 4442845"/>
              <a:gd name="connsiteY10" fmla="*/ 1653683 h 1653683"/>
              <a:gd name="connsiteX11" fmla="*/ 3976346 w 4442845"/>
              <a:gd name="connsiteY11" fmla="*/ 1653683 h 1653683"/>
              <a:gd name="connsiteX12" fmla="*/ 3332134 w 4442845"/>
              <a:gd name="connsiteY12" fmla="*/ 1653683 h 1653683"/>
              <a:gd name="connsiteX13" fmla="*/ 2821207 w 4442845"/>
              <a:gd name="connsiteY13" fmla="*/ 1653683 h 1653683"/>
              <a:gd name="connsiteX14" fmla="*/ 2176994 w 4442845"/>
              <a:gd name="connsiteY14" fmla="*/ 1653683 h 1653683"/>
              <a:gd name="connsiteX15" fmla="*/ 1710495 w 4442845"/>
              <a:gd name="connsiteY15" fmla="*/ 1653683 h 1653683"/>
              <a:gd name="connsiteX16" fmla="*/ 1288425 w 4442845"/>
              <a:gd name="connsiteY16" fmla="*/ 1653683 h 1653683"/>
              <a:gd name="connsiteX17" fmla="*/ 866355 w 4442845"/>
              <a:gd name="connsiteY17" fmla="*/ 1653683 h 1653683"/>
              <a:gd name="connsiteX18" fmla="*/ 0 w 4442845"/>
              <a:gd name="connsiteY18" fmla="*/ 1653683 h 1653683"/>
              <a:gd name="connsiteX19" fmla="*/ 0 w 4442845"/>
              <a:gd name="connsiteY19" fmla="*/ 1152066 h 1653683"/>
              <a:gd name="connsiteX20" fmla="*/ 0 w 4442845"/>
              <a:gd name="connsiteY20" fmla="*/ 567764 h 1653683"/>
              <a:gd name="connsiteX21" fmla="*/ 0 w 4442845"/>
              <a:gd name="connsiteY21" fmla="*/ 0 h 16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442845" h="1653683" fill="none" extrusionOk="0">
                <a:moveTo>
                  <a:pt x="0" y="0"/>
                </a:moveTo>
                <a:cubicBezTo>
                  <a:pt x="223815" y="-51660"/>
                  <a:pt x="511008" y="52017"/>
                  <a:pt x="644213" y="0"/>
                </a:cubicBezTo>
                <a:cubicBezTo>
                  <a:pt x="777418" y="-52017"/>
                  <a:pt x="981634" y="62232"/>
                  <a:pt x="1243997" y="0"/>
                </a:cubicBezTo>
                <a:cubicBezTo>
                  <a:pt x="1506360" y="-62232"/>
                  <a:pt x="1577584" y="24820"/>
                  <a:pt x="1799352" y="0"/>
                </a:cubicBezTo>
                <a:cubicBezTo>
                  <a:pt x="2021121" y="-24820"/>
                  <a:pt x="2126772" y="24769"/>
                  <a:pt x="2354708" y="0"/>
                </a:cubicBezTo>
                <a:cubicBezTo>
                  <a:pt x="2582644" y="-24769"/>
                  <a:pt x="2810013" y="19480"/>
                  <a:pt x="2998920" y="0"/>
                </a:cubicBezTo>
                <a:cubicBezTo>
                  <a:pt x="3187827" y="-19480"/>
                  <a:pt x="3347796" y="17247"/>
                  <a:pt x="3598704" y="0"/>
                </a:cubicBezTo>
                <a:cubicBezTo>
                  <a:pt x="3849612" y="-17247"/>
                  <a:pt x="4114915" y="98660"/>
                  <a:pt x="4442845" y="0"/>
                </a:cubicBezTo>
                <a:cubicBezTo>
                  <a:pt x="4500122" y="123477"/>
                  <a:pt x="4427879" y="328656"/>
                  <a:pt x="4442845" y="534691"/>
                </a:cubicBezTo>
                <a:cubicBezTo>
                  <a:pt x="4457811" y="740726"/>
                  <a:pt x="4425186" y="809483"/>
                  <a:pt x="4442845" y="1036308"/>
                </a:cubicBezTo>
                <a:cubicBezTo>
                  <a:pt x="4460504" y="1263133"/>
                  <a:pt x="4389726" y="1501782"/>
                  <a:pt x="4442845" y="1653683"/>
                </a:cubicBezTo>
                <a:cubicBezTo>
                  <a:pt x="4318268" y="1667208"/>
                  <a:pt x="4069976" y="1615917"/>
                  <a:pt x="3976346" y="1653683"/>
                </a:cubicBezTo>
                <a:cubicBezTo>
                  <a:pt x="3882716" y="1691449"/>
                  <a:pt x="3476594" y="1580596"/>
                  <a:pt x="3332134" y="1653683"/>
                </a:cubicBezTo>
                <a:cubicBezTo>
                  <a:pt x="3187674" y="1726770"/>
                  <a:pt x="2967880" y="1629859"/>
                  <a:pt x="2821207" y="1653683"/>
                </a:cubicBezTo>
                <a:cubicBezTo>
                  <a:pt x="2674534" y="1677507"/>
                  <a:pt x="2368194" y="1630932"/>
                  <a:pt x="2176994" y="1653683"/>
                </a:cubicBezTo>
                <a:cubicBezTo>
                  <a:pt x="1985794" y="1676434"/>
                  <a:pt x="1924272" y="1653664"/>
                  <a:pt x="1710495" y="1653683"/>
                </a:cubicBezTo>
                <a:cubicBezTo>
                  <a:pt x="1496718" y="1653702"/>
                  <a:pt x="1382979" y="1605706"/>
                  <a:pt x="1288425" y="1653683"/>
                </a:cubicBezTo>
                <a:cubicBezTo>
                  <a:pt x="1193871" y="1701660"/>
                  <a:pt x="953158" y="1653041"/>
                  <a:pt x="866355" y="1653683"/>
                </a:cubicBezTo>
                <a:cubicBezTo>
                  <a:pt x="779552" y="1654325"/>
                  <a:pt x="392487" y="1631936"/>
                  <a:pt x="0" y="1653683"/>
                </a:cubicBezTo>
                <a:cubicBezTo>
                  <a:pt x="-314" y="1526840"/>
                  <a:pt x="27901" y="1300238"/>
                  <a:pt x="0" y="1152066"/>
                </a:cubicBezTo>
                <a:cubicBezTo>
                  <a:pt x="-27901" y="1003894"/>
                  <a:pt x="33512" y="729003"/>
                  <a:pt x="0" y="567764"/>
                </a:cubicBezTo>
                <a:cubicBezTo>
                  <a:pt x="-33512" y="406525"/>
                  <a:pt x="29850" y="191350"/>
                  <a:pt x="0" y="0"/>
                </a:cubicBezTo>
                <a:close/>
              </a:path>
              <a:path w="4442845" h="1653683" stroke="0" extrusionOk="0">
                <a:moveTo>
                  <a:pt x="0" y="0"/>
                </a:moveTo>
                <a:cubicBezTo>
                  <a:pt x="158956" y="-19233"/>
                  <a:pt x="280738" y="18501"/>
                  <a:pt x="510927" y="0"/>
                </a:cubicBezTo>
                <a:cubicBezTo>
                  <a:pt x="741116" y="-18501"/>
                  <a:pt x="834589" y="11802"/>
                  <a:pt x="932997" y="0"/>
                </a:cubicBezTo>
                <a:cubicBezTo>
                  <a:pt x="1031405" y="-11802"/>
                  <a:pt x="1312496" y="9448"/>
                  <a:pt x="1577210" y="0"/>
                </a:cubicBezTo>
                <a:cubicBezTo>
                  <a:pt x="1841924" y="-9448"/>
                  <a:pt x="1903624" y="21657"/>
                  <a:pt x="2088137" y="0"/>
                </a:cubicBezTo>
                <a:cubicBezTo>
                  <a:pt x="2272650" y="-21657"/>
                  <a:pt x="2422477" y="38644"/>
                  <a:pt x="2599064" y="0"/>
                </a:cubicBezTo>
                <a:cubicBezTo>
                  <a:pt x="2775651" y="-38644"/>
                  <a:pt x="2940257" y="70939"/>
                  <a:pt x="3243277" y="0"/>
                </a:cubicBezTo>
                <a:cubicBezTo>
                  <a:pt x="3546297" y="-70939"/>
                  <a:pt x="3578689" y="6357"/>
                  <a:pt x="3709776" y="0"/>
                </a:cubicBezTo>
                <a:cubicBezTo>
                  <a:pt x="3840863" y="-6357"/>
                  <a:pt x="4101010" y="67649"/>
                  <a:pt x="4442845" y="0"/>
                </a:cubicBezTo>
                <a:cubicBezTo>
                  <a:pt x="4498229" y="276490"/>
                  <a:pt x="4425835" y="444198"/>
                  <a:pt x="4442845" y="584301"/>
                </a:cubicBezTo>
                <a:cubicBezTo>
                  <a:pt x="4459855" y="724404"/>
                  <a:pt x="4419337" y="960017"/>
                  <a:pt x="4442845" y="1102455"/>
                </a:cubicBezTo>
                <a:cubicBezTo>
                  <a:pt x="4466353" y="1244893"/>
                  <a:pt x="4440917" y="1541233"/>
                  <a:pt x="4442845" y="1653683"/>
                </a:cubicBezTo>
                <a:cubicBezTo>
                  <a:pt x="4269756" y="1658444"/>
                  <a:pt x="4088160" y="1594530"/>
                  <a:pt x="3843061" y="1653683"/>
                </a:cubicBezTo>
                <a:cubicBezTo>
                  <a:pt x="3597962" y="1712836"/>
                  <a:pt x="3398058" y="1618850"/>
                  <a:pt x="3198848" y="1653683"/>
                </a:cubicBezTo>
                <a:cubicBezTo>
                  <a:pt x="2999638" y="1688516"/>
                  <a:pt x="2704534" y="1583057"/>
                  <a:pt x="2554636" y="1653683"/>
                </a:cubicBezTo>
                <a:cubicBezTo>
                  <a:pt x="2404738" y="1724309"/>
                  <a:pt x="2210199" y="1638415"/>
                  <a:pt x="2088137" y="1653683"/>
                </a:cubicBezTo>
                <a:cubicBezTo>
                  <a:pt x="1966075" y="1668951"/>
                  <a:pt x="1661277" y="1592280"/>
                  <a:pt x="1532782" y="1653683"/>
                </a:cubicBezTo>
                <a:cubicBezTo>
                  <a:pt x="1404287" y="1715086"/>
                  <a:pt x="1199996" y="1590453"/>
                  <a:pt x="888569" y="1653683"/>
                </a:cubicBezTo>
                <a:cubicBezTo>
                  <a:pt x="577142" y="1716913"/>
                  <a:pt x="261590" y="1598444"/>
                  <a:pt x="0" y="1653683"/>
                </a:cubicBezTo>
                <a:cubicBezTo>
                  <a:pt x="-25101" y="1520633"/>
                  <a:pt x="25530" y="1319344"/>
                  <a:pt x="0" y="1152066"/>
                </a:cubicBezTo>
                <a:cubicBezTo>
                  <a:pt x="-25530" y="984788"/>
                  <a:pt x="55827" y="837563"/>
                  <a:pt x="0" y="633912"/>
                </a:cubicBezTo>
                <a:cubicBezTo>
                  <a:pt x="-55827" y="430261"/>
                  <a:pt x="67886" y="177117"/>
                  <a:pt x="0" y="0"/>
                </a:cubicBezTo>
                <a:close/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209727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FFFA98-88B8-4CE2-B328-1F524C69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226" y="0"/>
            <a:ext cx="10018713" cy="1752599"/>
          </a:xfrm>
        </p:spPr>
        <p:txBody>
          <a:bodyPr/>
          <a:lstStyle/>
          <a:p>
            <a:r>
              <a:rPr lang="hu-HU" sz="4000" kern="0">
                <a:effectLst/>
                <a:ea typeface="Calibri" panose="020F0502020204030204" pitchFamily="34" charset="0"/>
                <a:cs typeface="F35"/>
              </a:rPr>
              <a:t>Tetszőleges DAG-</a:t>
            </a:r>
            <a:r>
              <a:rPr lang="hu-HU" sz="4000" kern="0" err="1">
                <a:effectLst/>
                <a:ea typeface="Calibri" panose="020F0502020204030204" pitchFamily="34" charset="0"/>
                <a:cs typeface="F35"/>
              </a:rPr>
              <a:t>ra</a:t>
            </a:r>
            <a:r>
              <a:rPr lang="hu-HU" sz="4000" kern="0">
                <a:effectLst/>
                <a:ea typeface="Calibri" panose="020F0502020204030204" pitchFamily="34" charset="0"/>
                <a:cs typeface="F35"/>
              </a:rPr>
              <a:t> a </a:t>
            </a:r>
            <a:r>
              <a:rPr lang="hu-HU" sz="4000" kern="0" err="1">
                <a:effectLst/>
                <a:ea typeface="Calibri" panose="020F0502020204030204" pitchFamily="34" charset="0"/>
                <a:cs typeface="F35"/>
              </a:rPr>
              <a:t>topologikus</a:t>
            </a:r>
            <a:r>
              <a:rPr lang="hu-HU" sz="4000" kern="0">
                <a:effectLst/>
                <a:ea typeface="Calibri" panose="020F0502020204030204" pitchFamily="34" charset="0"/>
                <a:cs typeface="F35"/>
              </a:rPr>
              <a:t> rendezés algoritmusa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040369-FF12-A61A-AF57-4E352502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560389"/>
            <a:ext cx="10018713" cy="421006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A DAG </a:t>
            </a:r>
            <a:r>
              <a:rPr lang="hu-HU" sz="2000" kern="0" dirty="0" err="1">
                <a:effectLst/>
                <a:ea typeface="Calibri" panose="020F0502020204030204" pitchFamily="34" charset="0"/>
                <a:cs typeface="F16"/>
              </a:rPr>
              <a:t>topologikus</a:t>
            </a: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 </a:t>
            </a:r>
            <a:r>
              <a:rPr lang="hu-HU" sz="2000" kern="0" dirty="0" err="1">
                <a:effectLst/>
                <a:ea typeface="Calibri" panose="020F0502020204030204" pitchFamily="34" charset="0"/>
                <a:cs typeface="F16"/>
              </a:rPr>
              <a:t>rendezésésében</a:t>
            </a: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 a csúcsok a befejezési idők szerint szigorúan monoton csökkenően jelennek meg. </a:t>
            </a:r>
            <a:endParaRPr lang="hu-HU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Ha az algoritmus indeterminizmusát más konvenció mentén oldanánk fel, </a:t>
            </a:r>
            <a:br>
              <a:rPr lang="hu-HU" sz="2000" kern="0" dirty="0">
                <a:effectLst/>
                <a:ea typeface="Calibri" panose="020F0502020204030204" pitchFamily="34" charset="0"/>
                <a:cs typeface="F16"/>
              </a:rPr>
            </a:b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gyakran az előbbitől különböző </a:t>
            </a:r>
            <a:r>
              <a:rPr lang="hu-HU" sz="2000" kern="0" dirty="0" err="1">
                <a:effectLst/>
                <a:ea typeface="Calibri" panose="020F0502020204030204" pitchFamily="34" charset="0"/>
                <a:cs typeface="F16"/>
              </a:rPr>
              <a:t>topologikus</a:t>
            </a: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 rendezést kapnánk! </a:t>
            </a:r>
            <a:endParaRPr lang="hu-HU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A </a:t>
            </a:r>
            <a:r>
              <a:rPr lang="hu-HU" sz="2000" kern="0" dirty="0" err="1">
                <a:effectLst/>
                <a:ea typeface="Calibri" panose="020F0502020204030204" pitchFamily="34" charset="0"/>
                <a:cs typeface="F16"/>
              </a:rPr>
              <a:t>topologikus</a:t>
            </a: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 rendezés egy kézenfekvő alkalmazása: az ún. </a:t>
            </a:r>
            <a:r>
              <a:rPr lang="hu-HU" sz="2000" kern="0" dirty="0">
                <a:effectLst/>
                <a:ea typeface="Calibri" panose="020F0502020204030204" pitchFamily="34" charset="0"/>
                <a:cs typeface="F58"/>
              </a:rPr>
              <a:t>egygépes ütemezési probléma </a:t>
            </a:r>
            <a:r>
              <a:rPr lang="hu-HU" sz="2000" kern="0" dirty="0">
                <a:effectLst/>
                <a:ea typeface="Calibri" panose="020F0502020204030204" pitchFamily="34" charset="0"/>
                <a:cs typeface="F16"/>
              </a:rPr>
              <a:t>megoldása: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A csúcsok: (munka)folyamatok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Az élek: a köztük lévő rákövetkezési kényszerek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A folyamatokat ezeknek megfelelően kell sorba rakni. 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4E75A3A6-0F10-C352-8385-DC9960A7B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304" y="944809"/>
            <a:ext cx="2697714" cy="1615580"/>
          </a:xfrm>
          <a:custGeom>
            <a:avLst/>
            <a:gdLst>
              <a:gd name="connsiteX0" fmla="*/ 0 w 4442845"/>
              <a:gd name="connsiteY0" fmla="*/ 0 h 1653683"/>
              <a:gd name="connsiteX1" fmla="*/ 644213 w 4442845"/>
              <a:gd name="connsiteY1" fmla="*/ 0 h 1653683"/>
              <a:gd name="connsiteX2" fmla="*/ 1243997 w 4442845"/>
              <a:gd name="connsiteY2" fmla="*/ 0 h 1653683"/>
              <a:gd name="connsiteX3" fmla="*/ 1799352 w 4442845"/>
              <a:gd name="connsiteY3" fmla="*/ 0 h 1653683"/>
              <a:gd name="connsiteX4" fmla="*/ 2354708 w 4442845"/>
              <a:gd name="connsiteY4" fmla="*/ 0 h 1653683"/>
              <a:gd name="connsiteX5" fmla="*/ 2998920 w 4442845"/>
              <a:gd name="connsiteY5" fmla="*/ 0 h 1653683"/>
              <a:gd name="connsiteX6" fmla="*/ 3598704 w 4442845"/>
              <a:gd name="connsiteY6" fmla="*/ 0 h 1653683"/>
              <a:gd name="connsiteX7" fmla="*/ 4442845 w 4442845"/>
              <a:gd name="connsiteY7" fmla="*/ 0 h 1653683"/>
              <a:gd name="connsiteX8" fmla="*/ 4442845 w 4442845"/>
              <a:gd name="connsiteY8" fmla="*/ 534691 h 1653683"/>
              <a:gd name="connsiteX9" fmla="*/ 4442845 w 4442845"/>
              <a:gd name="connsiteY9" fmla="*/ 1036308 h 1653683"/>
              <a:gd name="connsiteX10" fmla="*/ 4442845 w 4442845"/>
              <a:gd name="connsiteY10" fmla="*/ 1653683 h 1653683"/>
              <a:gd name="connsiteX11" fmla="*/ 3976346 w 4442845"/>
              <a:gd name="connsiteY11" fmla="*/ 1653683 h 1653683"/>
              <a:gd name="connsiteX12" fmla="*/ 3332134 w 4442845"/>
              <a:gd name="connsiteY12" fmla="*/ 1653683 h 1653683"/>
              <a:gd name="connsiteX13" fmla="*/ 2821207 w 4442845"/>
              <a:gd name="connsiteY13" fmla="*/ 1653683 h 1653683"/>
              <a:gd name="connsiteX14" fmla="*/ 2176994 w 4442845"/>
              <a:gd name="connsiteY14" fmla="*/ 1653683 h 1653683"/>
              <a:gd name="connsiteX15" fmla="*/ 1710495 w 4442845"/>
              <a:gd name="connsiteY15" fmla="*/ 1653683 h 1653683"/>
              <a:gd name="connsiteX16" fmla="*/ 1288425 w 4442845"/>
              <a:gd name="connsiteY16" fmla="*/ 1653683 h 1653683"/>
              <a:gd name="connsiteX17" fmla="*/ 866355 w 4442845"/>
              <a:gd name="connsiteY17" fmla="*/ 1653683 h 1653683"/>
              <a:gd name="connsiteX18" fmla="*/ 0 w 4442845"/>
              <a:gd name="connsiteY18" fmla="*/ 1653683 h 1653683"/>
              <a:gd name="connsiteX19" fmla="*/ 0 w 4442845"/>
              <a:gd name="connsiteY19" fmla="*/ 1152066 h 1653683"/>
              <a:gd name="connsiteX20" fmla="*/ 0 w 4442845"/>
              <a:gd name="connsiteY20" fmla="*/ 567764 h 1653683"/>
              <a:gd name="connsiteX21" fmla="*/ 0 w 4442845"/>
              <a:gd name="connsiteY21" fmla="*/ 0 h 165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442845" h="1653683" fill="none" extrusionOk="0">
                <a:moveTo>
                  <a:pt x="0" y="0"/>
                </a:moveTo>
                <a:cubicBezTo>
                  <a:pt x="223815" y="-51660"/>
                  <a:pt x="511008" y="52017"/>
                  <a:pt x="644213" y="0"/>
                </a:cubicBezTo>
                <a:cubicBezTo>
                  <a:pt x="777418" y="-52017"/>
                  <a:pt x="981634" y="62232"/>
                  <a:pt x="1243997" y="0"/>
                </a:cubicBezTo>
                <a:cubicBezTo>
                  <a:pt x="1506360" y="-62232"/>
                  <a:pt x="1577584" y="24820"/>
                  <a:pt x="1799352" y="0"/>
                </a:cubicBezTo>
                <a:cubicBezTo>
                  <a:pt x="2021121" y="-24820"/>
                  <a:pt x="2126772" y="24769"/>
                  <a:pt x="2354708" y="0"/>
                </a:cubicBezTo>
                <a:cubicBezTo>
                  <a:pt x="2582644" y="-24769"/>
                  <a:pt x="2810013" y="19480"/>
                  <a:pt x="2998920" y="0"/>
                </a:cubicBezTo>
                <a:cubicBezTo>
                  <a:pt x="3187827" y="-19480"/>
                  <a:pt x="3347796" y="17247"/>
                  <a:pt x="3598704" y="0"/>
                </a:cubicBezTo>
                <a:cubicBezTo>
                  <a:pt x="3849612" y="-17247"/>
                  <a:pt x="4114915" y="98660"/>
                  <a:pt x="4442845" y="0"/>
                </a:cubicBezTo>
                <a:cubicBezTo>
                  <a:pt x="4500122" y="123477"/>
                  <a:pt x="4427879" y="328656"/>
                  <a:pt x="4442845" y="534691"/>
                </a:cubicBezTo>
                <a:cubicBezTo>
                  <a:pt x="4457811" y="740726"/>
                  <a:pt x="4425186" y="809483"/>
                  <a:pt x="4442845" y="1036308"/>
                </a:cubicBezTo>
                <a:cubicBezTo>
                  <a:pt x="4460504" y="1263133"/>
                  <a:pt x="4389726" y="1501782"/>
                  <a:pt x="4442845" y="1653683"/>
                </a:cubicBezTo>
                <a:cubicBezTo>
                  <a:pt x="4318268" y="1667208"/>
                  <a:pt x="4069976" y="1615917"/>
                  <a:pt x="3976346" y="1653683"/>
                </a:cubicBezTo>
                <a:cubicBezTo>
                  <a:pt x="3882716" y="1691449"/>
                  <a:pt x="3476594" y="1580596"/>
                  <a:pt x="3332134" y="1653683"/>
                </a:cubicBezTo>
                <a:cubicBezTo>
                  <a:pt x="3187674" y="1726770"/>
                  <a:pt x="2967880" y="1629859"/>
                  <a:pt x="2821207" y="1653683"/>
                </a:cubicBezTo>
                <a:cubicBezTo>
                  <a:pt x="2674534" y="1677507"/>
                  <a:pt x="2368194" y="1630932"/>
                  <a:pt x="2176994" y="1653683"/>
                </a:cubicBezTo>
                <a:cubicBezTo>
                  <a:pt x="1985794" y="1676434"/>
                  <a:pt x="1924272" y="1653664"/>
                  <a:pt x="1710495" y="1653683"/>
                </a:cubicBezTo>
                <a:cubicBezTo>
                  <a:pt x="1496718" y="1653702"/>
                  <a:pt x="1382979" y="1605706"/>
                  <a:pt x="1288425" y="1653683"/>
                </a:cubicBezTo>
                <a:cubicBezTo>
                  <a:pt x="1193871" y="1701660"/>
                  <a:pt x="953158" y="1653041"/>
                  <a:pt x="866355" y="1653683"/>
                </a:cubicBezTo>
                <a:cubicBezTo>
                  <a:pt x="779552" y="1654325"/>
                  <a:pt x="392487" y="1631936"/>
                  <a:pt x="0" y="1653683"/>
                </a:cubicBezTo>
                <a:cubicBezTo>
                  <a:pt x="-314" y="1526840"/>
                  <a:pt x="27901" y="1300238"/>
                  <a:pt x="0" y="1152066"/>
                </a:cubicBezTo>
                <a:cubicBezTo>
                  <a:pt x="-27901" y="1003894"/>
                  <a:pt x="33512" y="729003"/>
                  <a:pt x="0" y="567764"/>
                </a:cubicBezTo>
                <a:cubicBezTo>
                  <a:pt x="-33512" y="406525"/>
                  <a:pt x="29850" y="191350"/>
                  <a:pt x="0" y="0"/>
                </a:cubicBezTo>
                <a:close/>
              </a:path>
              <a:path w="4442845" h="1653683" stroke="0" extrusionOk="0">
                <a:moveTo>
                  <a:pt x="0" y="0"/>
                </a:moveTo>
                <a:cubicBezTo>
                  <a:pt x="158956" y="-19233"/>
                  <a:pt x="280738" y="18501"/>
                  <a:pt x="510927" y="0"/>
                </a:cubicBezTo>
                <a:cubicBezTo>
                  <a:pt x="741116" y="-18501"/>
                  <a:pt x="834589" y="11802"/>
                  <a:pt x="932997" y="0"/>
                </a:cubicBezTo>
                <a:cubicBezTo>
                  <a:pt x="1031405" y="-11802"/>
                  <a:pt x="1312496" y="9448"/>
                  <a:pt x="1577210" y="0"/>
                </a:cubicBezTo>
                <a:cubicBezTo>
                  <a:pt x="1841924" y="-9448"/>
                  <a:pt x="1903624" y="21657"/>
                  <a:pt x="2088137" y="0"/>
                </a:cubicBezTo>
                <a:cubicBezTo>
                  <a:pt x="2272650" y="-21657"/>
                  <a:pt x="2422477" y="38644"/>
                  <a:pt x="2599064" y="0"/>
                </a:cubicBezTo>
                <a:cubicBezTo>
                  <a:pt x="2775651" y="-38644"/>
                  <a:pt x="2940257" y="70939"/>
                  <a:pt x="3243277" y="0"/>
                </a:cubicBezTo>
                <a:cubicBezTo>
                  <a:pt x="3546297" y="-70939"/>
                  <a:pt x="3578689" y="6357"/>
                  <a:pt x="3709776" y="0"/>
                </a:cubicBezTo>
                <a:cubicBezTo>
                  <a:pt x="3840863" y="-6357"/>
                  <a:pt x="4101010" y="67649"/>
                  <a:pt x="4442845" y="0"/>
                </a:cubicBezTo>
                <a:cubicBezTo>
                  <a:pt x="4498229" y="276490"/>
                  <a:pt x="4425835" y="444198"/>
                  <a:pt x="4442845" y="584301"/>
                </a:cubicBezTo>
                <a:cubicBezTo>
                  <a:pt x="4459855" y="724404"/>
                  <a:pt x="4419337" y="960017"/>
                  <a:pt x="4442845" y="1102455"/>
                </a:cubicBezTo>
                <a:cubicBezTo>
                  <a:pt x="4466353" y="1244893"/>
                  <a:pt x="4440917" y="1541233"/>
                  <a:pt x="4442845" y="1653683"/>
                </a:cubicBezTo>
                <a:cubicBezTo>
                  <a:pt x="4269756" y="1658444"/>
                  <a:pt x="4088160" y="1594530"/>
                  <a:pt x="3843061" y="1653683"/>
                </a:cubicBezTo>
                <a:cubicBezTo>
                  <a:pt x="3597962" y="1712836"/>
                  <a:pt x="3398058" y="1618850"/>
                  <a:pt x="3198848" y="1653683"/>
                </a:cubicBezTo>
                <a:cubicBezTo>
                  <a:pt x="2999638" y="1688516"/>
                  <a:pt x="2704534" y="1583057"/>
                  <a:pt x="2554636" y="1653683"/>
                </a:cubicBezTo>
                <a:cubicBezTo>
                  <a:pt x="2404738" y="1724309"/>
                  <a:pt x="2210199" y="1638415"/>
                  <a:pt x="2088137" y="1653683"/>
                </a:cubicBezTo>
                <a:cubicBezTo>
                  <a:pt x="1966075" y="1668951"/>
                  <a:pt x="1661277" y="1592280"/>
                  <a:pt x="1532782" y="1653683"/>
                </a:cubicBezTo>
                <a:cubicBezTo>
                  <a:pt x="1404287" y="1715086"/>
                  <a:pt x="1199996" y="1590453"/>
                  <a:pt x="888569" y="1653683"/>
                </a:cubicBezTo>
                <a:cubicBezTo>
                  <a:pt x="577142" y="1716913"/>
                  <a:pt x="261590" y="1598444"/>
                  <a:pt x="0" y="1653683"/>
                </a:cubicBezTo>
                <a:cubicBezTo>
                  <a:pt x="-25101" y="1520633"/>
                  <a:pt x="25530" y="1319344"/>
                  <a:pt x="0" y="1152066"/>
                </a:cubicBezTo>
                <a:cubicBezTo>
                  <a:pt x="-25530" y="984788"/>
                  <a:pt x="55827" y="837563"/>
                  <a:pt x="0" y="633912"/>
                </a:cubicBezTo>
                <a:cubicBezTo>
                  <a:pt x="-55827" y="430261"/>
                  <a:pt x="67886" y="177117"/>
                  <a:pt x="0" y="0"/>
                </a:cubicBezTo>
                <a:close/>
              </a:path>
            </a:pathLst>
          </a:custGeom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187636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elhő 3">
            <a:extLst>
              <a:ext uri="{FF2B5EF4-FFF2-40B4-BE49-F238E27FC236}">
                <a16:creationId xmlns:a16="http://schemas.microsoft.com/office/drawing/2014/main" id="{F1B86DBD-F6E3-D0E3-773A-E236B23FC5DA}"/>
              </a:ext>
            </a:extLst>
          </p:cNvPr>
          <p:cNvSpPr/>
          <p:nvPr/>
        </p:nvSpPr>
        <p:spPr>
          <a:xfrm>
            <a:off x="1016000" y="1209040"/>
            <a:ext cx="10617649" cy="168656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3C0FDDD-070D-C795-0D23-955A2043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936" y="285661"/>
            <a:ext cx="10018713" cy="851170"/>
          </a:xfrm>
        </p:spPr>
        <p:txBody>
          <a:bodyPr/>
          <a:lstStyle/>
          <a:p>
            <a:r>
              <a:rPr lang="hu-HU" dirty="0" err="1"/>
              <a:t>Topologikus</a:t>
            </a:r>
            <a:r>
              <a:rPr lang="hu-HU" dirty="0"/>
              <a:t> rendezés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3639384-7388-3587-5E2A-31D9DD396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4052" y="1515935"/>
                <a:ext cx="10018713" cy="454400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5"/>
                </a:pPr>
                <a:r>
                  <a:rPr lang="hu-HU" b="1" kern="0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35"/>
                  </a:rPr>
                  <a:t>Tétel. </a:t>
                </a:r>
                <a:r>
                  <a:rPr lang="hu-HU" kern="0" dirty="0">
                    <a:ea typeface="Calibri" panose="020F0502020204030204" pitchFamily="34" charset="0"/>
                  </a:rPr>
                  <a:t>Tetszőleges irányított gráfnak pontosan akkor van </a:t>
                </a:r>
                <a:r>
                  <a:rPr lang="hu-HU" kern="0" dirty="0" err="1">
                    <a:ea typeface="Calibri" panose="020F0502020204030204" pitchFamily="34" charset="0"/>
                  </a:rPr>
                  <a:t>topologikus</a:t>
                </a:r>
                <a:r>
                  <a:rPr lang="hu-HU" kern="0" dirty="0">
                    <a:ea typeface="Calibri" panose="020F0502020204030204" pitchFamily="34" charset="0"/>
                  </a:rPr>
                  <a:t> rendezése, ha nincs irányított kör a gráfban, azaz a gráf DAG.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b="1" kern="0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35"/>
                  </a:rPr>
                  <a:t>Bizonyítás.</a:t>
                </a:r>
                <a:endParaRPr lang="hu-HU" b="1" kern="100" dirty="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2400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16"/>
                      </a:rPr>
                      <m:t>⇒</m:t>
                    </m:r>
                  </m:oMath>
                </a14:m>
                <a:endParaRPr lang="hu-HU" sz="2400" kern="0" dirty="0">
                  <a:effectLst/>
                  <a:ea typeface="Calibri" panose="020F0502020204030204" pitchFamily="34" charset="0"/>
                  <a:cs typeface="F16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Ha van irányított kör a gráfban, jelölje &lt;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1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,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2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,…, </a:t>
                </a:r>
                <a:r>
                  <a:rPr lang="hu-HU" i="1" kern="0" dirty="0" err="1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i="1" kern="0" baseline="-25000" dirty="0" err="1">
                    <a:effectLst/>
                    <a:ea typeface="Calibri" panose="020F0502020204030204" pitchFamily="34" charset="0"/>
                    <a:cs typeface="F16"/>
                  </a:rPr>
                  <a:t>k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,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1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 &gt;! </a:t>
                </a:r>
                <a:endParaRPr lang="hu-HU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Ekkor egy tetszőleges </a:t>
                </a:r>
                <a:r>
                  <a:rPr lang="hu-HU" kern="0" dirty="0" err="1">
                    <a:effectLst/>
                    <a:ea typeface="Calibri" panose="020F0502020204030204" pitchFamily="34" charset="0"/>
                    <a:cs typeface="F16"/>
                  </a:rPr>
                  <a:t>topologikus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 rendezésben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1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után jön valahol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2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,az után valahol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3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, és így tovább, végül is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1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után jön </a:t>
                </a:r>
                <a:r>
                  <a:rPr lang="hu-HU" i="1" kern="0" dirty="0" err="1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i="1" kern="0" baseline="-25000" dirty="0" err="1">
                    <a:effectLst/>
                    <a:ea typeface="Calibri" panose="020F0502020204030204" pitchFamily="34" charset="0"/>
                    <a:cs typeface="F16"/>
                  </a:rPr>
                  <a:t>k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,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és </a:t>
                </a:r>
                <a:r>
                  <a:rPr lang="hu-HU" i="1" kern="0" dirty="0" err="1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i="1" kern="0" baseline="-25000" dirty="0" err="1">
                    <a:effectLst/>
                    <a:ea typeface="Calibri" panose="020F0502020204030204" pitchFamily="34" charset="0"/>
                    <a:cs typeface="F16"/>
                  </a:rPr>
                  <a:t>k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után </a:t>
                </a:r>
                <a:r>
                  <a:rPr lang="hu-HU" i="1" kern="0" dirty="0">
                    <a:effectLst/>
                    <a:ea typeface="Calibri" panose="020F0502020204030204" pitchFamily="34" charset="0"/>
                    <a:cs typeface="F16"/>
                  </a:rPr>
                  <a:t>u</a:t>
                </a:r>
                <a:r>
                  <a:rPr lang="hu-HU" kern="0" baseline="-25000" dirty="0">
                    <a:effectLst/>
                    <a:ea typeface="Calibri" panose="020F0502020204030204" pitchFamily="34" charset="0"/>
                    <a:cs typeface="F16"/>
                  </a:rPr>
                  <a:t>1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 =&gt;  ellentmondás</a:t>
                </a:r>
                <a:endParaRPr lang="hu-HU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kern="0" dirty="0">
                    <a:ea typeface="Calibri" panose="020F0502020204030204" pitchFamily="34" charset="0"/>
                    <a:cs typeface="F16"/>
                  </a:rPr>
                  <a:t>E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kkor nincs </a:t>
                </a:r>
                <a:r>
                  <a:rPr lang="hu-HU" kern="0" dirty="0" err="1">
                    <a:effectLst/>
                    <a:ea typeface="Calibri" panose="020F0502020204030204" pitchFamily="34" charset="0"/>
                    <a:cs typeface="F16"/>
                  </a:rPr>
                  <a:t>topologikus</a:t>
                </a:r>
                <a:r>
                  <a:rPr lang="hu-HU" kern="0" dirty="0">
                    <a:effectLst/>
                    <a:ea typeface="Calibri" panose="020F0502020204030204" pitchFamily="34" charset="0"/>
                    <a:cs typeface="F16"/>
                  </a:rPr>
                  <a:t> rendezés (a gráf csúcsain). </a:t>
                </a:r>
                <a:endParaRPr lang="hu-HU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3639384-7388-3587-5E2A-31D9DD396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4052" y="1515935"/>
                <a:ext cx="10018713" cy="4544008"/>
              </a:xfrm>
              <a:blipFill>
                <a:blip r:embed="rId2"/>
                <a:stretch>
                  <a:fillRect l="-1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24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C0FDDD-070D-C795-0D23-955A2043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8" y="1025475"/>
            <a:ext cx="10018713" cy="851170"/>
          </a:xfrm>
        </p:spPr>
        <p:txBody>
          <a:bodyPr/>
          <a:lstStyle/>
          <a:p>
            <a:r>
              <a:rPr lang="hu-HU" err="1"/>
              <a:t>Topologikus</a:t>
            </a:r>
            <a:r>
              <a:rPr lang="hu-HU"/>
              <a:t> rendezés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3639384-7388-3587-5E2A-31D9DD396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08" y="2351314"/>
                <a:ext cx="10018713" cy="40961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b="1" kern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35"/>
                  </a:rPr>
                  <a:t>Bizonyítás.</a:t>
                </a:r>
                <a:endParaRPr lang="hu-HU" b="1" kern="100">
                  <a:solidFill>
                    <a:schemeClr val="accent1">
                      <a:lumMod val="75000"/>
                    </a:schemeClr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hu-HU" sz="2400" i="1" ker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16"/>
                      </a:rPr>
                      <m:t>⇐</m:t>
                    </m:r>
                  </m:oMath>
                </a14:m>
                <a:r>
                  <a:rPr lang="hu-HU" sz="2400" kern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Ha nincs irányított kör a gráfban → van olyan csúcs, aminek nincs megelőzője</a:t>
                </a:r>
                <a:endParaRPr lang="hu-HU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Ha veszünk egy megelőzővel nem rendelkező csúcsot, és töröljük a gráfból →a maradék gráfban nem keletkezik irányított kör</a:t>
                </a:r>
                <a:endParaRPr lang="hu-HU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lesz megint legalább egy olyan, amelyiknek nincs megelőzője </a:t>
                </a:r>
                <a:endParaRPr lang="hu-HU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Sorban a </a:t>
                </a:r>
                <a:r>
                  <a:rPr lang="hu-HU" kern="0" err="1">
                    <a:effectLst/>
                    <a:ea typeface="Calibri" panose="020F0502020204030204" pitchFamily="34" charset="0"/>
                    <a:cs typeface="F16"/>
                  </a:rPr>
                  <a:t>törölt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 csúcsok adják a </a:t>
                </a:r>
                <a:r>
                  <a:rPr lang="hu-HU" kern="0" err="1">
                    <a:effectLst/>
                    <a:ea typeface="Calibri" panose="020F0502020204030204" pitchFamily="34" charset="0"/>
                    <a:cs typeface="F16"/>
                  </a:rPr>
                  <a:t>topologikus</a:t>
                </a:r>
                <a:r>
                  <a:rPr lang="hu-HU" kern="0">
                    <a:effectLst/>
                    <a:ea typeface="Calibri" panose="020F0502020204030204" pitchFamily="34" charset="0"/>
                    <a:cs typeface="F16"/>
                  </a:rPr>
                  <a:t> rendezést</a:t>
                </a:r>
                <a:endParaRPr lang="hu-HU" sz="2400" kern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3639384-7388-3587-5E2A-31D9DD396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08" y="2351314"/>
                <a:ext cx="10018713" cy="4096139"/>
              </a:xfrm>
              <a:blipFill>
                <a:blip r:embed="rId2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96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CD24B9DC-D6C8-F2D6-4DF5-723F5B8B3983}"/>
              </a:ext>
            </a:extLst>
          </p:cNvPr>
          <p:cNvSpPr/>
          <p:nvPr/>
        </p:nvSpPr>
        <p:spPr>
          <a:xfrm>
            <a:off x="8666927" y="1865804"/>
            <a:ext cx="3525073" cy="2620878"/>
          </a:xfrm>
          <a:prstGeom prst="verticalScroll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0FFFA98-88B8-4CE2-B328-1F524C69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887" y="262813"/>
            <a:ext cx="10018713" cy="1752599"/>
          </a:xfrm>
        </p:spPr>
        <p:txBody>
          <a:bodyPr/>
          <a:lstStyle/>
          <a:p>
            <a:r>
              <a:rPr lang="hu-HU" sz="4000" kern="0" dirty="0">
                <a:effectLst/>
                <a:ea typeface="Calibri" panose="020F0502020204030204" pitchFamily="34" charset="0"/>
                <a:cs typeface="F35"/>
              </a:rPr>
              <a:t>Tetszőleges DAG-</a:t>
            </a:r>
            <a:r>
              <a:rPr lang="hu-HU" sz="4000" kern="0" dirty="0" err="1">
                <a:effectLst/>
                <a:ea typeface="Calibri" panose="020F0502020204030204" pitchFamily="34" charset="0"/>
                <a:cs typeface="F35"/>
              </a:rPr>
              <a:t>ra</a:t>
            </a:r>
            <a:r>
              <a:rPr lang="hu-HU" sz="4000" kern="0" dirty="0">
                <a:effectLst/>
                <a:ea typeface="Calibri" panose="020F0502020204030204" pitchFamily="34" charset="0"/>
                <a:cs typeface="F35"/>
              </a:rPr>
              <a:t> a </a:t>
            </a:r>
            <a:r>
              <a:rPr lang="hu-HU" sz="4000" kern="0" dirty="0" err="1">
                <a:effectLst/>
                <a:ea typeface="Calibri" panose="020F0502020204030204" pitchFamily="34" charset="0"/>
                <a:cs typeface="F35"/>
              </a:rPr>
              <a:t>topologikus</a:t>
            </a:r>
            <a:r>
              <a:rPr lang="hu-HU" sz="4000" kern="0" dirty="0">
                <a:effectLst/>
                <a:ea typeface="Calibri" panose="020F0502020204030204" pitchFamily="34" charset="0"/>
                <a:cs typeface="F35"/>
              </a:rPr>
              <a:t> rendezés algoritmusának lépései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040369-FF12-A61A-AF57-4E352502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616613"/>
            <a:ext cx="7415849" cy="5153837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800" kern="0" dirty="0">
                <a:effectLst/>
                <a:ea typeface="Calibri" panose="020F0502020204030204" pitchFamily="34" charset="0"/>
                <a:cs typeface="F16"/>
              </a:rPr>
              <a:t>Létrehozunk egy üres vermet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800" kern="0" dirty="0" err="1">
                <a:effectLst/>
                <a:ea typeface="Calibri" panose="020F0502020204030204" pitchFamily="34" charset="0"/>
                <a:cs typeface="F16"/>
              </a:rPr>
              <a:t>Végrehajtuk</a:t>
            </a:r>
            <a:r>
              <a:rPr lang="hu-HU" sz="2800" kern="0" dirty="0">
                <a:effectLst/>
                <a:ea typeface="Calibri" panose="020F0502020204030204" pitchFamily="34" charset="0"/>
                <a:cs typeface="F16"/>
              </a:rPr>
              <a:t> gráf mélységi bejárását </a:t>
            </a:r>
            <a:endParaRPr lang="hu-HU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valahányszor befejezünk egy csúcsot, a verem tetejére tesszük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800" kern="0" dirty="0">
                <a:effectLst/>
                <a:ea typeface="Calibri" panose="020F0502020204030204" pitchFamily="34" charset="0"/>
                <a:cs typeface="F16"/>
              </a:rPr>
              <a:t>A verem tartalmát kiolvasva megkapjuk a gráf csúcsainak </a:t>
            </a:r>
            <a:r>
              <a:rPr lang="hu-HU" sz="2800" kern="0" dirty="0" err="1">
                <a:effectLst/>
                <a:ea typeface="Calibri" panose="020F0502020204030204" pitchFamily="34" charset="0"/>
                <a:cs typeface="F16"/>
              </a:rPr>
              <a:t>topologikus</a:t>
            </a:r>
            <a:r>
              <a:rPr lang="hu-HU" sz="2800" kern="0" dirty="0">
                <a:effectLst/>
                <a:ea typeface="Calibri" panose="020F0502020204030204" pitchFamily="34" charset="0"/>
                <a:cs typeface="F16"/>
              </a:rPr>
              <a:t> rendezését</a:t>
            </a:r>
            <a:endParaRPr lang="hu-HU" sz="2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4E75A3A6-0F10-C352-8385-DC9960A7B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544" y="2368453"/>
            <a:ext cx="2697714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82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E737-6E05-E9C7-FB69-E0A5DA59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A67C5C-CA0F-4022-9862-5301B7594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887" y="262813"/>
            <a:ext cx="10018713" cy="1752599"/>
          </a:xfrm>
        </p:spPr>
        <p:txBody>
          <a:bodyPr/>
          <a:lstStyle/>
          <a:p>
            <a:r>
              <a:rPr lang="hu-HU" sz="4000" kern="0">
                <a:effectLst/>
                <a:ea typeface="Calibri" panose="020F0502020204030204" pitchFamily="34" charset="0"/>
                <a:cs typeface="F35"/>
              </a:rPr>
              <a:t>Tetszőleges DAG-</a:t>
            </a:r>
            <a:r>
              <a:rPr lang="hu-HU" sz="4000" kern="0" err="1">
                <a:effectLst/>
                <a:ea typeface="Calibri" panose="020F0502020204030204" pitchFamily="34" charset="0"/>
                <a:cs typeface="F35"/>
              </a:rPr>
              <a:t>ra</a:t>
            </a:r>
            <a:r>
              <a:rPr lang="hu-HU" sz="4000" kern="0">
                <a:effectLst/>
                <a:ea typeface="Calibri" panose="020F0502020204030204" pitchFamily="34" charset="0"/>
                <a:cs typeface="F35"/>
              </a:rPr>
              <a:t> a </a:t>
            </a:r>
            <a:r>
              <a:rPr lang="hu-HU" sz="4000" kern="0" err="1">
                <a:effectLst/>
                <a:ea typeface="Calibri" panose="020F0502020204030204" pitchFamily="34" charset="0"/>
                <a:cs typeface="F35"/>
              </a:rPr>
              <a:t>topologikus</a:t>
            </a:r>
            <a:r>
              <a:rPr lang="hu-HU" sz="4000" kern="0">
                <a:effectLst/>
                <a:ea typeface="Calibri" panose="020F0502020204030204" pitchFamily="34" charset="0"/>
                <a:cs typeface="F35"/>
              </a:rPr>
              <a:t> rendezés algoritmusa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991C49-D41B-CBA9-7FDD-AA99F845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16480"/>
            <a:ext cx="10018713" cy="445397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Az algoritmus képes ellenőrizni a saját előfeltételét 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Ha a DFS vissza-élt talál -&gt; a gráf irányított kört tartalmaz -&gt;az algoritmus eredménye: nincs </a:t>
            </a:r>
            <a:r>
              <a:rPr lang="hu-HU" kern="0" dirty="0" err="1">
                <a:effectLst/>
                <a:ea typeface="Calibri" panose="020F0502020204030204" pitchFamily="34" charset="0"/>
                <a:cs typeface="F16"/>
              </a:rPr>
              <a:t>topologikus</a:t>
            </a: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 rendezés 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16"/>
              </a:rPr>
              <a:t>(Ilyenkor a verem tartalma nem használható fel.)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i="1" u="sng" kern="0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Feladat</a:t>
            </a:r>
            <a:r>
              <a:rPr lang="hu-HU" i="1" kern="0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hu-HU" kern="0" dirty="0">
                <a:ea typeface="Calibri" panose="020F0502020204030204" pitchFamily="34" charset="0"/>
                <a:cs typeface="Times New Roman" panose="02020603050405020304" pitchFamily="18" charset="0"/>
              </a:rPr>
              <a:t>Írja meg a </a:t>
            </a:r>
            <a:r>
              <a:rPr lang="hu-HU" kern="0" dirty="0" err="1">
                <a:ea typeface="Calibri" panose="020F0502020204030204" pitchFamily="34" charset="0"/>
                <a:cs typeface="Times New Roman" panose="02020603050405020304" pitchFamily="18" charset="0"/>
              </a:rPr>
              <a:t>topológikus</a:t>
            </a:r>
            <a:r>
              <a:rPr lang="hu-HU" kern="0" dirty="0">
                <a:ea typeface="Calibri" panose="020F0502020204030204" pitchFamily="34" charset="0"/>
                <a:cs typeface="Times New Roman" panose="02020603050405020304" pitchFamily="18" charset="0"/>
              </a:rPr>
              <a:t> rendezés </a:t>
            </a:r>
            <a:r>
              <a:rPr lang="hu-HU" kern="0" dirty="0" err="1">
                <a:ea typeface="Calibri" panose="020F0502020204030204" pitchFamily="34" charset="0"/>
                <a:cs typeface="Times New Roman" panose="02020603050405020304" pitchFamily="18" charset="0"/>
              </a:rPr>
              <a:t>stuktogramját</a:t>
            </a:r>
            <a:r>
              <a:rPr lang="hu-HU" kern="0" dirty="0">
                <a:ea typeface="Calibri" panose="020F0502020204030204" pitchFamily="34" charset="0"/>
                <a:cs typeface="Times New Roman" panose="02020603050405020304" pitchFamily="18" charset="0"/>
              </a:rPr>
              <a:t>! </a:t>
            </a:r>
            <a:br>
              <a:rPr lang="hu-HU" kern="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 kern="0" dirty="0">
                <a:ea typeface="Calibri" panose="020F0502020204030204" pitchFamily="34" charset="0"/>
                <a:cs typeface="Times New Roman" panose="02020603050405020304" pitchFamily="18" charset="0"/>
              </a:rPr>
              <a:t>( szomszédossági listás és szomszédossági mátrixos gráfábrázolások esetén!)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a typeface="Calibri" panose="020F0502020204030204" pitchFamily="34" charset="0"/>
                <a:cs typeface="Times New Roman" panose="02020603050405020304" pitchFamily="18" charset="0"/>
              </a:rPr>
              <a:t>Mit tud mondani az algoritmusok hatékonyságáról?</a:t>
            </a:r>
          </a:p>
        </p:txBody>
      </p:sp>
    </p:spTree>
    <p:extLst>
      <p:ext uri="{BB962C8B-B14F-4D97-AF65-F5344CB8AC3E}">
        <p14:creationId xmlns:p14="http://schemas.microsoft.com/office/powerpoint/2010/main" val="35788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BD2546-24D7-A428-DDA7-F530E058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619" y="67056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hu-HU" dirty="0"/>
              <a:t>Erősen összefüggő komponensek meghatározása =</a:t>
            </a:r>
            <a:br>
              <a:rPr lang="hu-HU" dirty="0"/>
            </a:br>
            <a:r>
              <a:rPr lang="hu-HU" dirty="0"/>
              <a:t> A redukált gráf előállításának algoritmusa</a:t>
            </a:r>
            <a:br>
              <a:rPr lang="hu-HU" dirty="0"/>
            </a:br>
            <a:r>
              <a:rPr lang="hu-HU" dirty="0"/>
              <a:t>Lépések: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BF5D30-BF57-FE9B-6363-E504159A6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900" y="2143760"/>
            <a:ext cx="9515603" cy="4189445"/>
          </a:xfrm>
        </p:spPr>
        <p:txBody>
          <a:bodyPr>
            <a:normAutofit/>
          </a:bodyPr>
          <a:lstStyle/>
          <a:p>
            <a:pPr marL="342900" marR="47625" indent="-342900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hu-HU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gráfot bejárjuk mélységi bejárással,</a:t>
            </a:r>
            <a:br>
              <a:rPr lang="hu-HU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csúcsokat a befejezési számok sorrendjében kiírjuk egy verembe.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47625" indent="-342900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hu-HU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Transzponáljuk a gráfot, azaz megfordítjuk az élek irányítását.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47625" indent="-342900">
              <a:lnSpc>
                <a:spcPct val="150000"/>
              </a:lnSpc>
              <a:spcBef>
                <a:spcPts val="750"/>
              </a:spcBef>
              <a:spcAft>
                <a:spcPts val="750"/>
              </a:spcAft>
              <a:buFont typeface="+mj-lt"/>
              <a:buAutoNum type="arabicPeriod"/>
            </a:pPr>
            <a:r>
              <a:rPr lang="hu-HU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Bejárjuk a transzponáltat mélységi bejárással, de nem az alapvető sorrend szerint vesszük a csúcsokat kiinduló csúcsnak, hanem az 1. lépésben készített veremből történő kivétel sorrendjében.</a:t>
            </a:r>
          </a:p>
        </p:txBody>
      </p:sp>
    </p:spTree>
    <p:extLst>
      <p:ext uri="{BB962C8B-B14F-4D97-AF65-F5344CB8AC3E}">
        <p14:creationId xmlns:p14="http://schemas.microsoft.com/office/powerpoint/2010/main" val="3948500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47A2-40B9-38E1-8DB5-797395BB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06D362-2377-CEA9-9353-44CE3703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779" y="360681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hu-HU" dirty="0"/>
              <a:t>Erősen összefüggő komponensek meghatározása =</a:t>
            </a:r>
            <a:br>
              <a:rPr lang="hu-HU" dirty="0"/>
            </a:br>
            <a:r>
              <a:rPr lang="hu-HU" dirty="0"/>
              <a:t> A redukált gráf előállításának algoritmusa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FF309E-A5D9-1B39-5D4F-56E93303C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900" y="2113280"/>
            <a:ext cx="9515603" cy="4128485"/>
          </a:xfrm>
        </p:spPr>
        <p:txBody>
          <a:bodyPr>
            <a:normAutofit/>
          </a:bodyPr>
          <a:lstStyle/>
          <a:p>
            <a:pPr marR="47625">
              <a:lnSpc>
                <a:spcPts val="1800"/>
              </a:lnSpc>
              <a:spcBef>
                <a:spcPts val="750"/>
              </a:spcBef>
              <a:spcAft>
                <a:spcPts val="750"/>
              </a:spcAft>
            </a:pPr>
            <a:r>
              <a:rPr lang="hu-HU" sz="28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lépések végrehajtásával egy mélységi erdőt kapunk:</a:t>
            </a:r>
          </a:p>
          <a:p>
            <a:pPr marR="47625" lvl="1">
              <a:lnSpc>
                <a:spcPts val="1800"/>
              </a:lnSpc>
              <a:spcBef>
                <a:spcPts val="750"/>
              </a:spcBef>
              <a:spcAft>
                <a:spcPts val="750"/>
              </a:spcAft>
            </a:pPr>
            <a:r>
              <a:rPr lang="hu-HU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fák a gráf erős komponensei lesznek</a:t>
            </a:r>
          </a:p>
          <a:p>
            <a:pPr marR="47625">
              <a:lnSpc>
                <a:spcPts val="1800"/>
              </a:lnSpc>
              <a:spcBef>
                <a:spcPts val="750"/>
              </a:spcBef>
              <a:spcAft>
                <a:spcPts val="750"/>
              </a:spcAft>
            </a:pPr>
            <a:r>
              <a:rPr lang="hu-HU" sz="28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Redukált gráf előállítása: </a:t>
            </a:r>
          </a:p>
          <a:p>
            <a:pPr marR="47625" lvl="1">
              <a:lnSpc>
                <a:spcPts val="1800"/>
              </a:lnSpc>
              <a:spcBef>
                <a:spcPts val="750"/>
              </a:spcBef>
              <a:spcAft>
                <a:spcPts val="750"/>
              </a:spcAft>
            </a:pPr>
            <a:r>
              <a:rPr lang="hu-HU" sz="24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EÖK fáinak </a:t>
            </a:r>
            <a:r>
              <a:rPr lang="hu-HU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csúcsait összevonjuk egy csúccsá</a:t>
            </a:r>
          </a:p>
          <a:p>
            <a:pPr marR="47625" lvl="1">
              <a:lnSpc>
                <a:spcPts val="1800"/>
              </a:lnSpc>
              <a:spcBef>
                <a:spcPts val="750"/>
              </a:spcBef>
              <a:spcAft>
                <a:spcPts val="750"/>
              </a:spcAft>
            </a:pPr>
            <a:r>
              <a:rPr lang="hu-HU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csúcsok között az éleket az eredeti gráf éleinek megfelelően megadjuk</a:t>
            </a:r>
            <a:endParaRPr lang="hu-HU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296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E6D73D77-802B-E479-ACC1-FD8BD9CBE4AD}"/>
              </a:ext>
            </a:extLst>
          </p:cNvPr>
          <p:cNvSpPr/>
          <p:nvPr/>
        </p:nvSpPr>
        <p:spPr>
          <a:xfrm>
            <a:off x="9101470" y="1672119"/>
            <a:ext cx="3147939" cy="2953043"/>
          </a:xfrm>
          <a:prstGeom prst="verticalScroll">
            <a:avLst>
              <a:gd name="adj" fmla="val 14660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FFF78E-9AB2-4E18-C4BE-CB70972BD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086" y="248442"/>
            <a:ext cx="10018713" cy="942975"/>
          </a:xfrm>
        </p:spPr>
        <p:txBody>
          <a:bodyPr/>
          <a:lstStyle/>
          <a:p>
            <a:r>
              <a:rPr lang="hu-HU"/>
              <a:t>Erősen összefüggő komponensek*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E5E14A30-AAB1-350E-26D4-24DF34B2B3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1967023"/>
                <a:ext cx="8130018" cy="4567127"/>
              </a:xfrm>
            </p:spPr>
            <p:txBody>
              <a:bodyPr anchor="t">
                <a:normAutofit/>
              </a:bodyPr>
              <a:lstStyle/>
              <a:p>
                <a:r>
                  <a:rPr lang="hu-HU" altLang="hu-HU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  <a:cs typeface="F35"/>
                  </a:rPr>
                  <a:t>Definíció.</a:t>
                </a:r>
                <a:r>
                  <a:rPr kumimoji="0" lang="hu-HU" altLang="hu-HU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 </a:t>
                </a:r>
              </a:p>
              <a:p>
                <a:pPr lvl="1"/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Legyen </a:t>
                </a:r>
                <a:r>
                  <a:rPr kumimoji="0" lang="hu-HU" altLang="hu-HU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G=(V,E)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 irányított, véges gráf. </a:t>
                </a:r>
                <a:r>
                  <a:rPr kumimoji="0" lang="hu-HU" altLang="hu-HU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G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 </a:t>
                </a:r>
                <a:r>
                  <a:rPr kumimoji="0" lang="hu-HU" altLang="hu-HU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összefüggő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, ha </a:t>
                </a:r>
                <a:r>
                  <a:rPr kumimoji="0" lang="hu-HU" altLang="hu-HU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G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 irányítás nélkül összefüggő. </a:t>
                </a:r>
              </a:p>
              <a:p>
                <a:pPr lvl="1"/>
                <a:r>
                  <a:rPr kumimoji="0" lang="hu-HU" altLang="hu-HU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G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 </a:t>
                </a:r>
                <a:r>
                  <a:rPr kumimoji="0" lang="hu-HU" altLang="hu-HU" sz="2400" b="0" i="1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erősen összefüggő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, ha </a:t>
                </a:r>
                <a14:m>
                  <m:oMath xmlns:m="http://schemas.openxmlformats.org/officeDocument/2006/math"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∀ </m:t>
                    </m:r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r>
                      <a:rPr kumimoji="0" lang="hu-HU" altLang="hu-HU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esetén </a:t>
                </a:r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∃ 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 ↝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</a:rPr>
                  <a:t>út.</a:t>
                </a:r>
                <a:r>
                  <a:rPr kumimoji="0" lang="hu-HU" altLang="hu-HU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</a:t>
                </a:r>
              </a:p>
              <a:p>
                <a:pPr marR="47625" algn="just">
                  <a:lnSpc>
                    <a:spcPts val="1800"/>
                  </a:lnSpc>
                </a:pPr>
                <a:r>
                  <a:rPr lang="hu-HU" altLang="hu-HU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  <a:cs typeface="F35"/>
                  </a:rPr>
                  <a:t>Definíció. </a:t>
                </a:r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Legyen </a:t>
                </a:r>
                <a:r>
                  <a:rPr lang="hu-HU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G=(V,E)</a:t>
                </a:r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irányított, véges gráf, </a:t>
                </a:r>
                <a14:m>
                  <m:oMath xmlns:m="http://schemas.openxmlformats.org/officeDocument/2006/math"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. </a:t>
                </a:r>
                <a:endParaRPr lang="hu-HU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 marR="47625" lvl="1">
                  <a:lnSpc>
                    <a:spcPts val="1800"/>
                  </a:lnSpc>
                </a:pP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Ekkor legyen 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𝑢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 ≈ 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𝑣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, ha léteznek 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𝑢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 ↝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𝑣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, </a:t>
                </a:r>
                <a:b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</a:b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illetve 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𝑣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 ↝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𝑢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utak a gráfban.</a:t>
                </a:r>
                <a:endParaRPr lang="hu-HU" sz="2400" dirty="0">
                  <a:effectLst/>
                  <a:ea typeface="Times New Roman" panose="02020603050405020304" pitchFamily="18" charset="0"/>
                </a:endParaRPr>
              </a:p>
              <a:p>
                <a:pPr marR="47625" algn="just">
                  <a:lnSpc>
                    <a:spcPts val="1800"/>
                  </a:lnSpc>
                </a:pPr>
                <a:r>
                  <a:rPr lang="hu-HU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  <a:cs typeface="F35"/>
                  </a:rPr>
                  <a:t>Állítás. </a:t>
                </a:r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 </a:t>
                </a:r>
                <a14:m>
                  <m:oMath xmlns:m="http://schemas.openxmlformats.org/officeDocument/2006/math"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reláció </a:t>
                </a:r>
                <a:r>
                  <a:rPr lang="hu-HU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ekvivlenciareláció</a:t>
                </a:r>
                <a:endParaRPr lang="hu-HU" dirty="0">
                  <a:solidFill>
                    <a:srgbClr val="00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R="47625" lvl="1" algn="just">
                  <a:lnSpc>
                    <a:spcPts val="1800"/>
                  </a:lnSpc>
                  <a:buFont typeface="Wingdings" panose="05000000000000000000" pitchFamily="2" charset="2"/>
                  <a:buChar char="Ø"/>
                </a:pPr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t </a:t>
                </a:r>
                <a14:m>
                  <m:oMath xmlns:m="http://schemas.openxmlformats.org/officeDocument/2006/math">
                    <m:r>
                      <a:rPr lang="hu-HU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osztályozza a </a:t>
                </a:r>
                <a:r>
                  <a:rPr lang="hu-HU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V</a:t>
                </a:r>
                <a:r>
                  <a:rPr lang="hu-HU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csúcshalmazt.</a:t>
                </a:r>
                <a:endParaRPr lang="hu-HU" dirty="0">
                  <a:effectLst/>
                  <a:ea typeface="Times New Roman" panose="02020603050405020304" pitchFamily="18" charset="0"/>
                </a:endParaRPr>
              </a:p>
              <a:p>
                <a:endParaRPr kumimoji="0" lang="hu-HU" altLang="hu-HU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endParaRPr kumimoji="0" lang="hu-HU" altLang="hu-HU" sz="5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E5E14A30-AAB1-350E-26D4-24DF34B2B3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1967023"/>
                <a:ext cx="8130018" cy="4567127"/>
              </a:xfrm>
              <a:blipFill>
                <a:blip r:embed="rId2"/>
                <a:stretch>
                  <a:fillRect l="-1874" t="-413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5" name="Picture 21">
            <a:extLst>
              <a:ext uri="{FF2B5EF4-FFF2-40B4-BE49-F238E27FC236}">
                <a16:creationId xmlns:a16="http://schemas.microsoft.com/office/drawing/2014/main" id="{BF919CDF-95AE-2985-21BB-CB461726D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588" y="200635"/>
            <a:ext cx="142875" cy="24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325319C8-8910-1E18-A223-9737A944E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0850" y="200635"/>
            <a:ext cx="152400" cy="24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CEA6EA38-1051-294F-BDBC-0EBBCB9D1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150" y="200635"/>
            <a:ext cx="371475" cy="24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C50F8FA-ADA3-64FD-B305-E210789AE403}"/>
              </a:ext>
            </a:extLst>
          </p:cNvPr>
          <p:cNvSpPr txBox="1"/>
          <p:nvPr/>
        </p:nvSpPr>
        <p:spPr>
          <a:xfrm>
            <a:off x="9304160" y="4794826"/>
            <a:ext cx="2484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Összefüggő, de nem erősen összefüggő gráf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A26D5FE-D212-C717-8CC3-8FFF7418A1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3063" y="2504840"/>
            <a:ext cx="2314898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41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E0CD0-62EB-78BA-E8AE-355CBFBA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3B8149D9-7095-01E7-8DD1-3FC6F699AF33}"/>
              </a:ext>
            </a:extLst>
          </p:cNvPr>
          <p:cNvSpPr/>
          <p:nvPr/>
        </p:nvSpPr>
        <p:spPr>
          <a:xfrm>
            <a:off x="9178235" y="4742121"/>
            <a:ext cx="2825973" cy="1701210"/>
          </a:xfrm>
          <a:prstGeom prst="verticalScroll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9EBB99-D92A-315C-7F94-7B090008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086" y="248442"/>
            <a:ext cx="10018713" cy="942975"/>
          </a:xfrm>
        </p:spPr>
        <p:txBody>
          <a:bodyPr/>
          <a:lstStyle/>
          <a:p>
            <a:r>
              <a:rPr lang="hu-HU"/>
              <a:t>Erősen összefüggő komponensek*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715D66D-13A0-45F9-71AD-AF3ED83CF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584251"/>
                <a:ext cx="10018713" cy="4949899"/>
              </a:xfrm>
            </p:spPr>
            <p:txBody>
              <a:bodyPr anchor="t">
                <a:normAutofit/>
              </a:bodyPr>
              <a:lstStyle/>
              <a:p>
                <a:pPr marR="47625" algn="just">
                  <a:lnSpc>
                    <a:spcPts val="1800"/>
                  </a:lnSpc>
                </a:pPr>
                <a:r>
                  <a:rPr lang="hu-HU" sz="28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  <a:cs typeface="F35"/>
                  </a:rPr>
                  <a:t>Definíció. </a:t>
                </a:r>
                <a:r>
                  <a:rPr lang="hu-HU" sz="2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 </a:t>
                </a:r>
                <a14:m>
                  <m:oMath xmlns:m="http://schemas.openxmlformats.org/officeDocument/2006/math">
                    <m:r>
                      <a:rPr lang="hu-HU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hu-HU" sz="2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reláció ekvivalencia osztályait nevezzük a gráf </a:t>
                </a:r>
                <a:r>
                  <a:rPr lang="hu-HU" sz="28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erős komponense</a:t>
                </a:r>
                <a:r>
                  <a:rPr lang="hu-HU" sz="2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inek.</a:t>
                </a:r>
                <a:endParaRPr lang="hu-HU" sz="2800" dirty="0">
                  <a:effectLst/>
                  <a:ea typeface="Times New Roman" panose="02020603050405020304" pitchFamily="18" charset="0"/>
                </a:endParaRPr>
              </a:p>
              <a:p>
                <a:pPr marR="47625" algn="just">
                  <a:lnSpc>
                    <a:spcPts val="1800"/>
                  </a:lnSpc>
                </a:pPr>
                <a:r>
                  <a:rPr lang="hu-HU" sz="28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Állítás. </a:t>
                </a:r>
                <a:r>
                  <a:rPr lang="hu-HU" sz="2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Egy összefüggő gráf két erős komponense között az élek csak egy irányba mehetnek.</a:t>
                </a:r>
                <a:endParaRPr lang="hu-HU" sz="2800" dirty="0">
                  <a:effectLst/>
                  <a:ea typeface="Times New Roman" panose="02020603050405020304" pitchFamily="18" charset="0"/>
                </a:endParaRPr>
              </a:p>
              <a:p>
                <a:pPr marR="47625" algn="just">
                  <a:lnSpc>
                    <a:spcPts val="1800"/>
                  </a:lnSpc>
                </a:pPr>
                <a:r>
                  <a:rPr lang="hu-HU" sz="28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  <a:cs typeface="F35"/>
                  </a:rPr>
                  <a:t>Bizonyítás. </a:t>
                </a:r>
                <a:r>
                  <a:rPr lang="hu-HU" sz="2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Indirekt tegyük fel, hogy két erős komponens között oda-vissza is mehetnek élek.</a:t>
                </a:r>
              </a:p>
              <a:p>
                <a:pPr marR="47625" lvl="1" algn="just">
                  <a:lnSpc>
                    <a:spcPts val="1800"/>
                  </a:lnSpc>
                </a:pP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Legyen a két komponens: </a:t>
                </a:r>
                <a:r>
                  <a:rPr lang="hu-HU" sz="24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</a:t>
                </a:r>
                <a:r>
                  <a:rPr lang="hu-HU" sz="2400" i="1" baseline="-25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1</a:t>
                </a: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és </a:t>
                </a:r>
                <a:r>
                  <a:rPr lang="hu-HU" sz="24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</a:t>
                </a:r>
                <a:r>
                  <a:rPr lang="hu-HU" sz="2400" i="1" baseline="-25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2</a:t>
                </a: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R="47625" lvl="1" algn="just">
                  <a:lnSpc>
                    <a:spcPts val="1800"/>
                  </a:lnSpc>
                  <a:buFont typeface="Wingdings" panose="05000000000000000000" pitchFamily="2" charset="2"/>
                  <a:buChar char="Ø"/>
                </a:pP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Ekkor </a:t>
                </a:r>
                <a14:m>
                  <m:oMath xmlns:m="http://schemas.openxmlformats.org/officeDocument/2006/math">
                    <m:r>
                      <a:rPr lang="hu-HU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𝑢</m:t>
                    </m:r>
                    <m:r>
                      <a:rPr lang="hu-HU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 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  <a:r>
                  <a:rPr lang="hu-HU" sz="24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</a:t>
                </a:r>
                <a:r>
                  <a:rPr lang="hu-HU" sz="2400" baseline="-25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1</a:t>
                </a: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és </a:t>
                </a:r>
                <a14:m>
                  <m:oMath xmlns:m="http://schemas.openxmlformats.org/officeDocument/2006/math">
                    <m:r>
                      <a:rPr lang="hu-HU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hu-HU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 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  <a:r>
                  <a:rPr lang="hu-HU" sz="24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</a:t>
                </a:r>
                <a:r>
                  <a:rPr lang="hu-HU" sz="2400" baseline="-25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2</a:t>
                </a: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csúcsok között léteznek 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𝑢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 ↝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𝑣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és 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𝑣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 ↝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𝑢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utak, ugyanis: </a:t>
                </a:r>
              </a:p>
              <a:p>
                <a:pPr marR="47625" lvl="2" algn="just">
                  <a:lnSpc>
                    <a:spcPts val="1800"/>
                  </a:lnSpc>
                </a:pP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az erős komponenseken belül: definíció szerint</a:t>
                </a:r>
              </a:p>
              <a:p>
                <a:pPr marR="47625" lvl="2" algn="just">
                  <a:lnSpc>
                    <a:spcPts val="1800"/>
                  </a:lnSpc>
                </a:pPr>
                <a:r>
                  <a:rPr lang="hu-HU" sz="24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</a:t>
                </a:r>
                <a:r>
                  <a:rPr lang="hu-HU" sz="2400" baseline="-25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1</a:t>
                </a: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és </a:t>
                </a:r>
                <a:r>
                  <a:rPr lang="hu-HU" sz="2400" i="1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</a:t>
                </a:r>
                <a:r>
                  <a:rPr lang="hu-HU" sz="2400" baseline="-250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2</a:t>
                </a:r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között: az indirekt feltevés szerint létezik út</a:t>
                </a:r>
              </a:p>
              <a:p>
                <a:pPr marR="47625" lvl="1" algn="just">
                  <a:lnSpc>
                    <a:spcPts val="18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𝑢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 ≈ </m:t>
                    </m:r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7"/>
                      </a:rPr>
                      <m:t>𝑣</m:t>
                    </m:r>
                  </m:oMath>
                </a14:m>
                <a:r>
                  <a:rPr lang="hu-HU" sz="24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, ami ellentmondás</a:t>
                </a:r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715D66D-13A0-45F9-71AD-AF3ED83CF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584251"/>
                <a:ext cx="10018713" cy="4949899"/>
              </a:xfrm>
              <a:blipFill>
                <a:blip r:embed="rId2"/>
                <a:stretch>
                  <a:fillRect l="-2007" t="-8128" r="-73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5" name="Picture 21">
            <a:extLst>
              <a:ext uri="{FF2B5EF4-FFF2-40B4-BE49-F238E27FC236}">
                <a16:creationId xmlns:a16="http://schemas.microsoft.com/office/drawing/2014/main" id="{95C168A7-AE2B-EDDC-EF42-13E5E8013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588" y="200635"/>
            <a:ext cx="142875" cy="24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02030931-D92B-BC2A-09DB-450914649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0850" y="200635"/>
            <a:ext cx="152400" cy="24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9D902A7-E25D-CBE4-1F4F-9170318C7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150" y="200635"/>
            <a:ext cx="371475" cy="24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B8E5294-CBA6-57A6-D602-4571F155A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1430" y="5250636"/>
            <a:ext cx="2019582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3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4C0B01-3FC7-FE12-CC93-82B113B7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25" y="172616"/>
            <a:ext cx="10018713" cy="1040363"/>
          </a:xfrm>
        </p:spPr>
        <p:txBody>
          <a:bodyPr/>
          <a:lstStyle/>
          <a:p>
            <a:r>
              <a:rPr lang="hu-HU" dirty="0"/>
              <a:t>Erősen összefüggő komponensek*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C0E633A-7DCF-B338-D16E-9D5F18DE49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464906"/>
                <a:ext cx="10018713" cy="4422709"/>
              </a:xfrm>
            </p:spPr>
            <p:txBody>
              <a:bodyPr>
                <a:normAutofit/>
              </a:bodyPr>
              <a:lstStyle/>
              <a:p>
                <a:pPr marR="47625" algn="just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20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Műveletigény: 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Cambria Math" panose="02040503050406030204" pitchFamily="18" charset="0"/>
                  </a:rPr>
                  <a:t>∈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O(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R="47625" lvl="1" algn="just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16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Mélységi bejárás: O(</a:t>
                </a:r>
                <a:r>
                  <a:rPr lang="hu-HU" sz="16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hu-HU" sz="16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hu-HU" sz="16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hu-HU" sz="16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R="47625" lvl="1" algn="just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16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Gráf megfordítása: O(</a:t>
                </a:r>
                <a:r>
                  <a:rPr lang="hu-HU" sz="16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hu-HU" sz="16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R="47625" lvl="1" algn="just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16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Veremműveletek</a:t>
                </a:r>
                <a:endParaRPr lang="hu-HU" sz="16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47625" algn="just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20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Megjegyzés: 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Ha a gráf DAG, akkor az algoritmus 3. lépésében említett bejárási sorrend a gráf egy </a:t>
                </a:r>
                <a:r>
                  <a:rPr lang="hu-HU" sz="2000" kern="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topologikus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rendezése.</a:t>
                </a:r>
                <a:endParaRPr lang="hu-H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47625" algn="just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20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Állítás: 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Bármely mélységi bejárás során, egy erős komponens összes csúcsa ugyanabba a mélységi fába kerül.</a:t>
                </a:r>
                <a:endParaRPr lang="hu-H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47625">
                  <a:lnSpc>
                    <a:spcPts val="1800"/>
                  </a:lnSpc>
                  <a:spcAft>
                    <a:spcPts val="800"/>
                  </a:spcAft>
                </a:pPr>
                <a:r>
                  <a:rPr lang="hu-HU" sz="20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Állítás: 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Futtassuk le a fenti algoritmust a 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G=(V,E)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gráfon. </a:t>
                </a:r>
                <a:b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Legyenek </a:t>
                </a:r>
                <a:r>
                  <a:rPr lang="hu-HU" sz="2000" i="1" kern="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hu-HU" sz="2000" kern="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hu-HU" sz="2000" i="1" kern="0" dirty="0" err="1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Cambria Math" panose="02040503050406030204" pitchFamily="18" charset="0"/>
                  </a:rPr>
                  <a:t>∈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 gráf csúcsai, és tekintsük az algoritmus 3. lépésében kapott mélységi fákat. </a:t>
                </a:r>
                <a:b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Ekkor </a:t>
                </a:r>
                <a14:m>
                  <m:oMath xmlns:m="http://schemas.openxmlformats.org/officeDocument/2006/math">
                    <m:r>
                      <a:rPr lang="hu-HU" sz="20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48"/>
                      </a:rPr>
                      <m:t>𝑢</m:t>
                    </m:r>
                    <m:r>
                      <a:rPr lang="hu-HU" sz="20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48"/>
                      </a:rPr>
                      <m:t>≈</m:t>
                    </m:r>
                    <m:r>
                      <a:rPr lang="hu-HU" sz="20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48"/>
                      </a:rPr>
                      <m:t>𝑣</m:t>
                    </m:r>
                  </m:oMath>
                </a14:m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800" i="1">
                        <a:latin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 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és </a:t>
                </a:r>
                <a:r>
                  <a:rPr lang="hu-HU" sz="2000" i="1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hu-HU" sz="2000" kern="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ugyanabban a mélységi fában vannak</a:t>
                </a:r>
                <a:endParaRPr lang="hu-H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C0E633A-7DCF-B338-D16E-9D5F18DE49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464906"/>
                <a:ext cx="10018713" cy="4422709"/>
              </a:xfrm>
              <a:blipFill>
                <a:blip r:embed="rId2"/>
                <a:stretch>
                  <a:fillRect l="-1156" r="-12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810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AB5277-16D5-EFBB-DE79-3B4A5C4F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170992"/>
          </a:xfrm>
        </p:spPr>
        <p:txBody>
          <a:bodyPr/>
          <a:lstStyle/>
          <a:p>
            <a:r>
              <a:rPr lang="hu-HU" dirty="0"/>
              <a:t>Erősen összefüggő komponensek*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360DACA-3BA4-FE5D-48E7-99F6517D41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623527"/>
                <a:ext cx="10018713" cy="5085183"/>
              </a:xfrm>
            </p:spPr>
            <p:txBody>
              <a:bodyPr>
                <a:normAutofit/>
              </a:bodyPr>
              <a:lstStyle/>
              <a:p>
                <a:r>
                  <a:rPr lang="hu-HU" sz="18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Definíció. </a:t>
                </a:r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Legyen </a:t>
                </a:r>
                <a:r>
                  <a:rPr lang="hu-HU" sz="1800" b="0" i="1" dirty="0">
                    <a:solidFill>
                      <a:srgbClr val="000000"/>
                    </a:solidFill>
                    <a:effectLst/>
                  </a:rPr>
                  <a:t>G=(V,E)</a:t>
                </a:r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 irányított, véges gráf. </a:t>
                </a:r>
                <a:r>
                  <a:rPr lang="hu-HU" sz="1800" b="0" i="1" dirty="0">
                    <a:solidFill>
                      <a:srgbClr val="000000"/>
                    </a:solidFill>
                    <a:effectLst/>
                  </a:rPr>
                  <a:t>G redukált gráf</a:t>
                </a:r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ja olyan irányított gráf, </a:t>
                </a:r>
              </a:p>
              <a:p>
                <a:pPr lvl="1"/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amelynek csúcsai </a:t>
                </a:r>
                <a:r>
                  <a:rPr lang="hu-HU" sz="1800" b="0" i="1" dirty="0">
                    <a:solidFill>
                      <a:srgbClr val="000000"/>
                    </a:solidFill>
                    <a:effectLst/>
                  </a:rPr>
                  <a:t>G</a:t>
                </a:r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 erős komponensei, </a:t>
                </a:r>
              </a:p>
              <a:p>
                <a:pPr lvl="1"/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és a redukált gráf két csúcsa között, akkor halad él, ha csúcsoknak megfelelő </a:t>
                </a:r>
                <a:r>
                  <a:rPr lang="hu-HU" sz="1800" b="0" i="1" dirty="0">
                    <a:solidFill>
                      <a:srgbClr val="000000"/>
                    </a:solidFill>
                    <a:effectLst/>
                  </a:rPr>
                  <a:t>G</a:t>
                </a:r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 erős komponensei között halad él, </a:t>
                </a:r>
              </a:p>
              <a:p>
                <a:pPr lvl="1"/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továbbá az él irányítása megegyezik az erős komponensek között haladó él(</a:t>
                </a:r>
                <a:r>
                  <a:rPr lang="hu-HU" sz="1800" b="0" i="0" dirty="0" err="1">
                    <a:solidFill>
                      <a:srgbClr val="000000"/>
                    </a:solidFill>
                    <a:effectLst/>
                  </a:rPr>
                  <a:t>ek</a:t>
                </a:r>
                <a:r>
                  <a:rPr lang="hu-HU" sz="1800" b="0" i="0" dirty="0">
                    <a:solidFill>
                      <a:srgbClr val="000000"/>
                    </a:solidFill>
                    <a:effectLst/>
                  </a:rPr>
                  <a:t>) irányításával.</a:t>
                </a:r>
              </a:p>
              <a:p>
                <a:pPr marR="47625" algn="just">
                  <a:lnSpc>
                    <a:spcPts val="1800"/>
                  </a:lnSpc>
                </a:pPr>
                <a:r>
                  <a:rPr lang="hu-HU" sz="18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</a:rPr>
                  <a:t>Állítás. 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 redukált gráf DAG, azaz körmentes irányított gráf.</a:t>
                </a:r>
                <a:endParaRPr lang="hu-HU" sz="1800" dirty="0">
                  <a:effectLst/>
                  <a:ea typeface="Times New Roman" panose="02020603050405020304" pitchFamily="18" charset="0"/>
                </a:endParaRPr>
              </a:p>
              <a:p>
                <a:pPr marR="47625" algn="just">
                  <a:lnSpc>
                    <a:spcPts val="1800"/>
                  </a:lnSpc>
                </a:pPr>
                <a:r>
                  <a:rPr lang="hu-HU" sz="1800" b="1" kern="0" dirty="0">
                    <a:solidFill>
                      <a:schemeClr val="accent1">
                        <a:lumMod val="75000"/>
                      </a:schemeClr>
                    </a:solidFill>
                    <a:ea typeface="Calibri" panose="020F0502020204030204" pitchFamily="34" charset="0"/>
                    <a:cs typeface="F35"/>
                  </a:rPr>
                  <a:t>Bizonyítás. 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Indirekt tegyük fel, hogy a redukált gráf nem DAG, azaz létezik benne irányított kör. </a:t>
                </a:r>
              </a:p>
              <a:p>
                <a:pPr marR="47625" lvl="1" algn="just">
                  <a:lnSpc>
                    <a:spcPts val="1800"/>
                  </a:lnSpc>
                </a:pP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Legyen egy ilyen kör 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C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F48"/>
                  </a:rPr>
                  <a:t>1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→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 C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F48"/>
                  </a:rPr>
                  <a:t>1-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 →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 C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F48"/>
                  </a:rPr>
                  <a:t>2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→…→ </a:t>
                </a:r>
                <a:r>
                  <a:rPr lang="hu-HU" sz="1800" i="1" dirty="0" err="1">
                    <a:effectLst/>
                    <a:ea typeface="Times New Roman" panose="02020603050405020304" pitchFamily="18" charset="0"/>
                    <a:cs typeface="F48"/>
                  </a:rPr>
                  <a:t>C</a:t>
                </a:r>
                <a:r>
                  <a:rPr lang="hu-HU" sz="1800" i="1" baseline="-25000" dirty="0" err="1">
                    <a:effectLst/>
                    <a:ea typeface="Times New Roman" panose="02020603050405020304" pitchFamily="18" charset="0"/>
                    <a:cs typeface="F48"/>
                  </a:rPr>
                  <a:t>k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→ 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C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F48"/>
                  </a:rPr>
                  <a:t>1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</a:p>
              <a:p>
                <a:pPr marR="47625" lvl="1" algn="just">
                  <a:lnSpc>
                    <a:spcPts val="1800"/>
                  </a:lnSpc>
                </a:pP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Ekkor a kör mentén lévő komponensek kölcsönösen elérhetők, </a:t>
                </a:r>
              </a:p>
              <a:p>
                <a:pPr marR="47625" lvl="1" algn="just">
                  <a:lnSpc>
                    <a:spcPts val="1800"/>
                  </a:lnSpc>
                </a:pP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vagyis 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C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F48"/>
                  </a:rPr>
                  <a:t>1 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8"/>
                      </a:rPr>
                      <m:t>≈ </m:t>
                    </m:r>
                  </m:oMath>
                </a14:m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C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F48"/>
                  </a:rPr>
                  <a:t>2 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8"/>
                      </a:rPr>
                      <m:t>≈</m:t>
                    </m:r>
                  </m:oMath>
                </a14:m>
                <a:r>
                  <a:rPr lang="hu-HU" sz="1800" i="1" dirty="0">
                    <a:effectLst/>
                    <a:ea typeface="Times New Roman" panose="02020603050405020304" pitchFamily="18" charset="0"/>
                    <a:cs typeface="F48"/>
                  </a:rPr>
                  <a:t>…</a:t>
                </a:r>
                <a14:m>
                  <m:oMath xmlns:m="http://schemas.openxmlformats.org/officeDocument/2006/math"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F48"/>
                      </a:rPr>
                      <m:t>≈</m:t>
                    </m:r>
                  </m:oMath>
                </a14:m>
                <a:r>
                  <a:rPr lang="hu-HU" sz="1800" i="1" dirty="0" err="1">
                    <a:effectLst/>
                    <a:ea typeface="Times New Roman" panose="02020603050405020304" pitchFamily="18" charset="0"/>
                    <a:cs typeface="F48"/>
                  </a:rPr>
                  <a:t>C</a:t>
                </a:r>
                <a:r>
                  <a:rPr lang="hu-HU" sz="1800" i="1" baseline="-25000" dirty="0" err="1">
                    <a:effectLst/>
                    <a:ea typeface="Times New Roman" panose="02020603050405020304" pitchFamily="18" charset="0"/>
                    <a:cs typeface="F48"/>
                  </a:rPr>
                  <a:t>k</a:t>
                </a:r>
                <a:r>
                  <a:rPr lang="hu-HU" sz="1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, ami ellentmondás.</a:t>
                </a:r>
                <a:endParaRPr lang="hu-HU" sz="1800" dirty="0">
                  <a:effectLst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9360DACA-3BA4-FE5D-48E7-99F6517D41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623527"/>
                <a:ext cx="10018713" cy="5085183"/>
              </a:xfrm>
              <a:blipFill>
                <a:blip r:embed="rId2"/>
                <a:stretch>
                  <a:fillRect l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906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613349CD-6538-719B-C3F5-490F601D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97670"/>
            <a:ext cx="10018713" cy="57626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200" dirty="0" err="1"/>
              <a:t>Példa</a:t>
            </a:r>
            <a:endParaRPr lang="en-US" sz="4200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390E414-A2D4-8AE2-4DD9-CFAFE61E9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0142" y="1043458"/>
            <a:ext cx="5810108" cy="669779"/>
          </a:xfrm>
        </p:spPr>
        <p:txBody>
          <a:bodyPr/>
          <a:lstStyle/>
          <a:p>
            <a:r>
              <a:rPr lang="en-US" sz="2800" dirty="0" err="1"/>
              <a:t>Erősen</a:t>
            </a:r>
            <a:r>
              <a:rPr lang="en-US" sz="2800" dirty="0"/>
              <a:t> </a:t>
            </a:r>
            <a:r>
              <a:rPr lang="en-US" sz="2800" dirty="0" err="1"/>
              <a:t>összefüggő</a:t>
            </a:r>
            <a:r>
              <a:rPr lang="hu-HU" sz="2800" dirty="0"/>
              <a:t> </a:t>
            </a:r>
            <a:r>
              <a:rPr lang="en-US" sz="2800" dirty="0" err="1"/>
              <a:t>komponensek</a:t>
            </a:r>
            <a:r>
              <a:rPr lang="hu-HU" sz="2800" dirty="0"/>
              <a:t> </a:t>
            </a:r>
            <a:endParaRPr lang="hu-HU" dirty="0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C68E248E-E83D-66DE-4CFF-FA2D0A253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873835" y="1160318"/>
            <a:ext cx="2629188" cy="576262"/>
          </a:xfrm>
        </p:spPr>
        <p:txBody>
          <a:bodyPr/>
          <a:lstStyle/>
          <a:p>
            <a:r>
              <a:rPr lang="hu-HU" dirty="0"/>
              <a:t>R</a:t>
            </a:r>
            <a:r>
              <a:rPr lang="en-US" sz="2800" dirty="0" err="1"/>
              <a:t>edukált</a:t>
            </a:r>
            <a:r>
              <a:rPr lang="en-US" sz="2800" dirty="0"/>
              <a:t> </a:t>
            </a:r>
            <a:r>
              <a:rPr lang="en-US" sz="2800" dirty="0" err="1"/>
              <a:t>gráf</a:t>
            </a:r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6C22D168-0A5D-F7D7-A869-6D065AE8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553" y="1952085"/>
            <a:ext cx="2969238" cy="26337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260A88F-9055-B8BA-8593-64005FEAF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196" y="3357170"/>
            <a:ext cx="3177135" cy="245737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54329126-E50F-FAFA-75C2-6E7321CDF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736" y="1952085"/>
            <a:ext cx="2013578" cy="179076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93605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6422"/>
            <a:ext cx="10018713" cy="948446"/>
          </a:xfrm>
        </p:spPr>
        <p:txBody>
          <a:bodyPr/>
          <a:lstStyle/>
          <a:p>
            <a:r>
              <a:rPr lang="hu-HU" dirty="0"/>
              <a:t>Ellenőrző kérdések: Mélységi gráfkeresés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6153"/>
            <a:ext cx="10188881" cy="460604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dirty="0"/>
              <a:t> Rajzolja le a Mélységi gráfkeresés absztrakt </a:t>
            </a:r>
            <a:r>
              <a:rPr lang="hu-HU" dirty="0" err="1"/>
              <a:t>struktogramját</a:t>
            </a:r>
            <a:r>
              <a:rPr lang="hu-HU" dirty="0"/>
              <a:t>! </a:t>
            </a:r>
          </a:p>
          <a:p>
            <a:pPr lvl="1"/>
            <a:r>
              <a:rPr lang="hu-HU" dirty="0"/>
              <a:t>Mit tud a műveletigényéről? (Indokolja is az állítást!) 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Adja meg az éltípusok definícióját és mondja ki az osztályozásukkal kapcsolatos tételt! 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Szemléltesse a Mélységi keresést az alábbi irányított gráfon!</a:t>
            </a:r>
          </a:p>
          <a:p>
            <a:pPr lvl="1"/>
            <a:r>
              <a:rPr lang="hu-HU" dirty="0"/>
              <a:t>nemdeterminisztikus esetekben mindig a kisebb indexű csúcsot részesítse előnyben! </a:t>
            </a:r>
          </a:p>
          <a:p>
            <a:pPr lvl="1"/>
            <a:r>
              <a:rPr lang="hu-HU" dirty="0"/>
              <a:t>Jelölje a bejárás során a különböző éltípusokat is!</a:t>
            </a:r>
          </a:p>
          <a:p>
            <a:pPr lvl="1"/>
            <a:r>
              <a:rPr lang="pt-BR" dirty="0"/>
              <a:t>a </a:t>
            </a:r>
            <a:r>
              <a:rPr lang="hu-HU" dirty="0"/>
              <a:t>-&gt;</a:t>
            </a:r>
            <a:r>
              <a:rPr lang="pt-BR" dirty="0"/>
              <a:t> b ; d. </a:t>
            </a:r>
            <a:r>
              <a:rPr lang="hu-HU" dirty="0"/>
              <a:t>	</a:t>
            </a:r>
            <a:r>
              <a:rPr lang="pt-BR" dirty="0"/>
              <a:t>b </a:t>
            </a:r>
            <a:r>
              <a:rPr lang="hu-HU" dirty="0"/>
              <a:t>-&gt;</a:t>
            </a:r>
            <a:r>
              <a:rPr lang="pt-BR" dirty="0"/>
              <a:t> c ; d. </a:t>
            </a:r>
            <a:r>
              <a:rPr lang="hu-HU" dirty="0"/>
              <a:t>	c-&gt;</a:t>
            </a:r>
            <a:r>
              <a:rPr lang="pt-BR" dirty="0"/>
              <a:t> e. </a:t>
            </a:r>
            <a:r>
              <a:rPr lang="hu-HU" dirty="0"/>
              <a:t>	</a:t>
            </a:r>
            <a:r>
              <a:rPr lang="pt-BR" dirty="0"/>
              <a:t>d</a:t>
            </a:r>
            <a:r>
              <a:rPr lang="hu-HU" dirty="0"/>
              <a:t>.-&gt;</a:t>
            </a:r>
            <a:r>
              <a:rPr lang="pt-BR" dirty="0"/>
              <a:t> e. </a:t>
            </a:r>
            <a:r>
              <a:rPr lang="hu-HU" dirty="0"/>
              <a:t>	e-&gt;</a:t>
            </a:r>
            <a:r>
              <a:rPr lang="pt-BR" dirty="0"/>
              <a:t> b. </a:t>
            </a:r>
            <a:r>
              <a:rPr lang="hu-HU" dirty="0"/>
              <a:t>	f-&gt;</a:t>
            </a:r>
            <a:r>
              <a:rPr lang="pt-BR" dirty="0"/>
              <a:t> c ; e.</a:t>
            </a:r>
            <a:endParaRPr lang="hu-HU" sz="13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566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0C2E-88E4-DC96-27D9-1876AA0F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723221-3A78-00B2-594F-59BA33EF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6422"/>
            <a:ext cx="10018713" cy="948446"/>
          </a:xfrm>
        </p:spPr>
        <p:txBody>
          <a:bodyPr/>
          <a:lstStyle/>
          <a:p>
            <a:r>
              <a:rPr lang="hu-HU" dirty="0"/>
              <a:t>Ellenőrző kérdések: </a:t>
            </a:r>
            <a:r>
              <a:rPr lang="hu-HU" dirty="0" err="1"/>
              <a:t>topologikus</a:t>
            </a:r>
            <a:r>
              <a:rPr lang="hu-HU" dirty="0"/>
              <a:t> rendezés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2C96EA-30B0-3749-78E0-C37CB77E6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6153"/>
            <a:ext cx="10188881" cy="460604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dirty="0"/>
              <a:t> Mit értünk egy irányított gráf csúcsainak </a:t>
            </a:r>
            <a:r>
              <a:rPr lang="hu-HU" dirty="0" err="1"/>
              <a:t>topologikus</a:t>
            </a:r>
            <a:r>
              <a:rPr lang="hu-HU" dirty="0"/>
              <a:t> rendezése alatt?</a:t>
            </a:r>
          </a:p>
          <a:p>
            <a:pPr lvl="1"/>
            <a:r>
              <a:rPr lang="hu-HU" dirty="0"/>
              <a:t>Mondja ki és bizonyítsa be az ezzel kapcsolatos tételt! 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Mutassa be az alábbi gráf 2 csúcsai </a:t>
            </a:r>
            <a:r>
              <a:rPr lang="hu-HU" dirty="0" err="1"/>
              <a:t>topologikus</a:t>
            </a:r>
            <a:r>
              <a:rPr lang="hu-HU" dirty="0"/>
              <a:t> rendezésének a gráf mélységi bejárására épülő algoritmusát! </a:t>
            </a:r>
          </a:p>
          <a:p>
            <a:pPr lvl="1"/>
            <a:r>
              <a:rPr lang="en-US" dirty="0"/>
              <a:t>a ! b; d. b ! c; d. c ! e. d ! e. f ! c; e.</a:t>
            </a:r>
            <a:endParaRPr lang="hu-HU" sz="16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hu-HU" dirty="0"/>
              <a:t>Nemdeterminisztikus esetekben előny: az alfabetikusan kisebb indexű csúcs</a:t>
            </a:r>
          </a:p>
          <a:p>
            <a:pPr lvl="1"/>
            <a:r>
              <a:rPr lang="hu-HU" dirty="0"/>
              <a:t>Módosítsa egyetlen él behúzásával úgy a gráfot, hogy ne legyen </a:t>
            </a:r>
            <a:r>
              <a:rPr lang="hu-HU" dirty="0" err="1"/>
              <a:t>topologikus</a:t>
            </a:r>
            <a:r>
              <a:rPr lang="hu-HU" dirty="0"/>
              <a:t> rendezése! </a:t>
            </a:r>
          </a:p>
          <a:p>
            <a:pPr lvl="2"/>
            <a:r>
              <a:rPr lang="hu-HU" dirty="0"/>
              <a:t>A módosított gráfnak miért nincs </a:t>
            </a:r>
            <a:r>
              <a:rPr lang="hu-HU" dirty="0" err="1"/>
              <a:t>topologikus</a:t>
            </a:r>
            <a:r>
              <a:rPr lang="hu-HU" dirty="0"/>
              <a:t> rendezése? </a:t>
            </a:r>
          </a:p>
          <a:p>
            <a:pPr lvl="2"/>
            <a:r>
              <a:rPr lang="hu-HU" dirty="0"/>
              <a:t>Mikor derül ez ki a fent szemléltetett algoritmus végrehajtása során? 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Mit tud a mélységi bejárásra épülő </a:t>
            </a:r>
            <a:r>
              <a:rPr lang="hu-HU" dirty="0" err="1"/>
              <a:t>topologikus</a:t>
            </a:r>
            <a:r>
              <a:rPr lang="hu-HU" dirty="0"/>
              <a:t> rendezés műveletigényéről?</a:t>
            </a:r>
          </a:p>
        </p:txBody>
      </p:sp>
    </p:spTree>
    <p:extLst>
      <p:ext uri="{BB962C8B-B14F-4D97-AF65-F5344CB8AC3E}">
        <p14:creationId xmlns:p14="http://schemas.microsoft.com/office/powerpoint/2010/main" val="3001659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4544017" y="5228343"/>
            <a:ext cx="7074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000"/>
              <a:t>A bemutató </a:t>
            </a:r>
            <a:r>
              <a:rPr lang="hu-HU" sz="2000">
                <a:hlinkClick r:id="rId3"/>
              </a:rPr>
              <a:t>Ásványi Tibor: Algoritmusok és adatszerkezetek II. eladásjegyzet: Elemi gráfalgoritmusok</a:t>
            </a:r>
            <a:r>
              <a:rPr lang="hu-HU" sz="2000">
                <a:latin typeface="F30"/>
                <a:hlinkClick r:id="rId3"/>
              </a:rPr>
              <a:t> </a:t>
            </a:r>
            <a:r>
              <a:rPr lang="hu-HU" sz="2000">
                <a:latin typeface="F30"/>
              </a:rPr>
              <a:t> és </a:t>
            </a:r>
            <a:r>
              <a:rPr lang="hu-HU" sz="2000">
                <a:latin typeface="F30"/>
                <a:hlinkClick r:id="rId4"/>
              </a:rPr>
              <a:t>Fekete István: Algoritmusok és adatszerkezetek </a:t>
            </a:r>
            <a:r>
              <a:rPr lang="hu-HU" sz="2000">
                <a:latin typeface="F30"/>
              </a:rPr>
              <a:t>jegyzete </a:t>
            </a:r>
            <a:r>
              <a:rPr lang="hu-HU" sz="2000" b="0" i="0" u="none" strike="noStrike" baseline="0">
                <a:latin typeface="F30"/>
              </a:rPr>
              <a:t>alapján készült.</a:t>
            </a:r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3166015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8894</TotalTime>
  <Words>2081</Words>
  <Application>Microsoft Office PowerPoint</Application>
  <PresentationFormat>Szélesvásznú</PresentationFormat>
  <Paragraphs>187</Paragraphs>
  <Slides>26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6" baseType="lpstr">
      <vt:lpstr>Aptos</vt:lpstr>
      <vt:lpstr>Arial</vt:lpstr>
      <vt:lpstr>Calibri</vt:lpstr>
      <vt:lpstr>Cambria Math</vt:lpstr>
      <vt:lpstr>Corbel</vt:lpstr>
      <vt:lpstr>F30</vt:lpstr>
      <vt:lpstr>F35</vt:lpstr>
      <vt:lpstr>Times New Roman</vt:lpstr>
      <vt:lpstr>Wingdings</vt:lpstr>
      <vt:lpstr>Parallax</vt:lpstr>
      <vt:lpstr>Algoritmusok és adatszerkezetek I. 5. Előadás</vt:lpstr>
      <vt:lpstr>Tartalom</vt:lpstr>
      <vt:lpstr>Mélységi gráfkeresés (DFS. Depth-first Search)</vt:lpstr>
      <vt:lpstr> Mélységi feszítő erdő (Depth-first forest) </vt:lpstr>
      <vt:lpstr>Az élek osztályozása (Classification of edges)</vt:lpstr>
      <vt:lpstr>A mélységi bejárás szemléltetése</vt:lpstr>
      <vt:lpstr>Az élek osztályozása (Classification of edges)</vt:lpstr>
      <vt:lpstr>A mélységi gráfkeresés futási ideje</vt:lpstr>
      <vt:lpstr>A DAG tulajdonság eldöntése</vt:lpstr>
      <vt:lpstr>A DAG tulajdonság eldöntése</vt:lpstr>
      <vt:lpstr>Topologikus rendezés</vt:lpstr>
      <vt:lpstr>Tetszőleges DAG-ra a topologikus rendezés algoritmusa</vt:lpstr>
      <vt:lpstr>Topologikus rendezés</vt:lpstr>
      <vt:lpstr>Topologikus rendezés</vt:lpstr>
      <vt:lpstr>Tetszőleges DAG-ra a topologikus rendezés algoritmusának lépései</vt:lpstr>
      <vt:lpstr>Tetszőleges DAG-ra a topologikus rendezés algoritmusa</vt:lpstr>
      <vt:lpstr>Erősen összefüggő komponensek meghatározása =  A redukált gráf előállításának algoritmusa Lépések:</vt:lpstr>
      <vt:lpstr>Erősen összefüggő komponensek meghatározása =  A redukált gráf előállításának algoritmusa</vt:lpstr>
      <vt:lpstr>Erősen összefüggő komponensek*</vt:lpstr>
      <vt:lpstr>Erősen összefüggő komponensek*</vt:lpstr>
      <vt:lpstr>Erősen összefüggő komponensek*</vt:lpstr>
      <vt:lpstr>Erősen összefüggő komponensek*</vt:lpstr>
      <vt:lpstr>Példa</vt:lpstr>
      <vt:lpstr>Ellenőrző kérdések: Mélységi gráfkeresés</vt:lpstr>
      <vt:lpstr>Ellenőrző kérdések: topologikus rendezés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2</cp:revision>
  <dcterms:created xsi:type="dcterms:W3CDTF">2022-02-02T14:32:23Z</dcterms:created>
  <dcterms:modified xsi:type="dcterms:W3CDTF">2025-10-13T16:49:21Z</dcterms:modified>
</cp:coreProperties>
</file>