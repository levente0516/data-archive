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65" r:id="rId2"/>
    <p:sldId id="273" r:id="rId3"/>
    <p:sldId id="267" r:id="rId4"/>
    <p:sldId id="259" r:id="rId5"/>
    <p:sldId id="260" r:id="rId6"/>
    <p:sldId id="261" r:id="rId7"/>
    <p:sldId id="262" r:id="rId8"/>
    <p:sldId id="269" r:id="rId9"/>
    <p:sldId id="274" r:id="rId10"/>
    <p:sldId id="268" r:id="rId11"/>
    <p:sldId id="275" r:id="rId12"/>
    <p:sldId id="321" r:id="rId13"/>
    <p:sldId id="263" r:id="rId14"/>
    <p:sldId id="257" r:id="rId15"/>
    <p:sldId id="258" r:id="rId16"/>
    <p:sldId id="306" r:id="rId17"/>
    <p:sldId id="307" r:id="rId18"/>
    <p:sldId id="308" r:id="rId19"/>
    <p:sldId id="309" r:id="rId20"/>
    <p:sldId id="310" r:id="rId21"/>
    <p:sldId id="311" r:id="rId22"/>
    <p:sldId id="266" r:id="rId23"/>
    <p:sldId id="312" r:id="rId24"/>
    <p:sldId id="313" r:id="rId25"/>
    <p:sldId id="314" r:id="rId26"/>
    <p:sldId id="315" r:id="rId27"/>
    <p:sldId id="316" r:id="rId28"/>
    <p:sldId id="272" r:id="rId29"/>
    <p:sldId id="317" r:id="rId30"/>
    <p:sldId id="318" r:id="rId31"/>
    <p:sldId id="319" r:id="rId32"/>
    <p:sldId id="276" r:id="rId33"/>
    <p:sldId id="277" r:id="rId34"/>
    <p:sldId id="320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64" r:id="rId45"/>
    <p:sldId id="322" r:id="rId46"/>
    <p:sldId id="305" r:id="rId47"/>
    <p:sldId id="278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F2376ACC-9C51-44B0-B6F0-A573C6F8A101}">
          <p14:sldIdLst>
            <p14:sldId id="265"/>
            <p14:sldId id="273"/>
          </p14:sldIdLst>
        </p14:section>
        <p14:section name="Gyorsrendezés - Quicksort" id="{04F76F8D-B4CE-4C63-B9D4-750FC7A9A191}">
          <p14:sldIdLst>
            <p14:sldId id="267"/>
          </p14:sldIdLst>
        </p14:section>
        <p14:section name="Gyorsrendezés lépései" id="{C2F13E3E-503B-4B3F-A509-AF3B755BB5E3}">
          <p14:sldIdLst>
            <p14:sldId id="259"/>
          </p14:sldIdLst>
        </p14:section>
        <p14:section name="Gyorsrendezés algoritmusa" id="{1175C8CB-62AB-4737-98ED-EF3729932A5C}">
          <p14:sldIdLst>
            <p14:sldId id="260"/>
          </p14:sldIdLst>
        </p14:section>
        <p14:section name="Partition függvény:" id="{39F8507E-F25F-4BEF-8E32-2642452134FC}">
          <p14:sldIdLst>
            <p14:sldId id="261"/>
            <p14:sldId id="262"/>
            <p14:sldId id="269"/>
            <p14:sldId id="274"/>
            <p14:sldId id="268"/>
            <p14:sldId id="275"/>
            <p14:sldId id="321"/>
            <p14:sldId id="263"/>
          </p14:sldIdLst>
        </p14:section>
        <p14:section name="Vegyes gyorsrendezés" id="{0431887C-5B7B-4890-ABFC-FFA89B2BF74D}">
          <p14:sldIdLst>
            <p14:sldId id="257"/>
            <p14:sldId id="258"/>
            <p14:sldId id="306"/>
            <p14:sldId id="307"/>
            <p14:sldId id="308"/>
            <p14:sldId id="309"/>
            <p14:sldId id="310"/>
            <p14:sldId id="311"/>
            <p14:sldId id="266"/>
            <p14:sldId id="312"/>
            <p14:sldId id="313"/>
            <p14:sldId id="314"/>
            <p14:sldId id="315"/>
            <p14:sldId id="316"/>
            <p14:sldId id="272"/>
            <p14:sldId id="317"/>
            <p14:sldId id="318"/>
            <p14:sldId id="319"/>
            <p14:sldId id="276"/>
            <p14:sldId id="277"/>
            <p14:sldId id="320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64"/>
            <p14:sldId id="322"/>
            <p14:sldId id="305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130244-1C8F-4AEF-81C9-02242CC68759}" v="171" dt="2025-03-05T09:36:02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dégfelhasználó" userId="S::urn:spo:anon#0841a83d9c73b463698a0ef94ee9c7b6bcf8c9ef91535de6ca2c95aadc3f9d43::" providerId="AD" clId="Web-{DA585E9B-3194-9866-6DD7-180F8616B484}"/>
    <pc:docChg chg="sldOrd">
      <pc:chgData name="Vendégfelhasználó" userId="S::urn:spo:anon#0841a83d9c73b463698a0ef94ee9c7b6bcf8c9ef91535de6ca2c95aadc3f9d43::" providerId="AD" clId="Web-{DA585E9B-3194-9866-6DD7-180F8616B484}" dt="2023-07-09T20:28:21.766" v="2"/>
      <pc:docMkLst>
        <pc:docMk/>
      </pc:docMkLst>
      <pc:sldChg chg="ord">
        <pc:chgData name="Vendégfelhasználó" userId="S::urn:spo:anon#0841a83d9c73b463698a0ef94ee9c7b6bcf8c9ef91535de6ca2c95aadc3f9d43::" providerId="AD" clId="Web-{DA585E9B-3194-9866-6DD7-180F8616B484}" dt="2023-07-09T20:28:08.563" v="0"/>
        <pc:sldMkLst>
          <pc:docMk/>
          <pc:sldMk cId="583937274" sldId="262"/>
        </pc:sldMkLst>
      </pc:sldChg>
      <pc:sldChg chg="ord">
        <pc:chgData name="Vendégfelhasználó" userId="S::urn:spo:anon#0841a83d9c73b463698a0ef94ee9c7b6bcf8c9ef91535de6ca2c95aadc3f9d43::" providerId="AD" clId="Web-{DA585E9B-3194-9866-6DD7-180F8616B484}" dt="2023-07-09T20:28:21.766" v="2"/>
        <pc:sldMkLst>
          <pc:docMk/>
          <pc:sldMk cId="1328256565" sldId="263"/>
        </pc:sldMkLst>
      </pc:sldChg>
    </pc:docChg>
  </pc:docChgLst>
  <pc:docChgLst>
    <pc:chgData name="Kovácsné Pusztai Kinga" userId="1282fdc4-838f-4805-a47a-02b770215156" providerId="ADAL" clId="{011680C3-E043-402A-95A2-F3D3D1D1A6BC}"/>
    <pc:docChg chg="modSld">
      <pc:chgData name="Kovácsné Pusztai Kinga" userId="1282fdc4-838f-4805-a47a-02b770215156" providerId="ADAL" clId="{011680C3-E043-402A-95A2-F3D3D1D1A6BC}" dt="2023-03-27T06:44:18.942" v="52" actId="114"/>
      <pc:docMkLst>
        <pc:docMk/>
      </pc:docMkLst>
      <pc:sldChg chg="modSp mod">
        <pc:chgData name="Kovácsné Pusztai Kinga" userId="1282fdc4-838f-4805-a47a-02b770215156" providerId="ADAL" clId="{011680C3-E043-402A-95A2-F3D3D1D1A6BC}" dt="2023-03-27T06:38:48.755" v="46" actId="20577"/>
        <pc:sldMkLst>
          <pc:docMk/>
          <pc:sldMk cId="2266628617" sldId="260"/>
        </pc:sldMkLst>
      </pc:sldChg>
      <pc:sldChg chg="modSp mod">
        <pc:chgData name="Kovácsné Pusztai Kinga" userId="1282fdc4-838f-4805-a47a-02b770215156" providerId="ADAL" clId="{011680C3-E043-402A-95A2-F3D3D1D1A6BC}" dt="2023-03-27T06:44:18.942" v="52" actId="114"/>
        <pc:sldMkLst>
          <pc:docMk/>
          <pc:sldMk cId="583937274" sldId="262"/>
        </pc:sldMkLst>
      </pc:sldChg>
      <pc:sldChg chg="modSp mod">
        <pc:chgData name="Kovácsné Pusztai Kinga" userId="1282fdc4-838f-4805-a47a-02b770215156" providerId="ADAL" clId="{011680C3-E043-402A-95A2-F3D3D1D1A6BC}" dt="2023-03-27T06:33:30.664" v="27" actId="20577"/>
        <pc:sldMkLst>
          <pc:docMk/>
          <pc:sldMk cId="2431493244" sldId="265"/>
        </pc:sldMkLst>
      </pc:sldChg>
    </pc:docChg>
  </pc:docChgLst>
  <pc:docChgLst>
    <pc:chgData name="Vendégfelhasználó" userId="S::urn:spo:anon#c0fcda67f4686dca6fc6c6cac34e5f81d1b702d2ea85ed0b235666db597c7c69::" providerId="AD" clId="Web-{300D9E15-117A-6E61-0EC7-3C250F9E4E4F}"/>
    <pc:docChg chg="modSld">
      <pc:chgData name="Vendégfelhasználó" userId="S::urn:spo:anon#c0fcda67f4686dca6fc6c6cac34e5f81d1b702d2ea85ed0b235666db597c7c69::" providerId="AD" clId="Web-{300D9E15-117A-6E61-0EC7-3C250F9E4E4F}" dt="2023-05-28T16:38:50.811" v="3" actId="1076"/>
      <pc:docMkLst>
        <pc:docMk/>
      </pc:docMkLst>
      <pc:sldChg chg="modSp">
        <pc:chgData name="Vendégfelhasználó" userId="S::urn:spo:anon#c0fcda67f4686dca6fc6c6cac34e5f81d1b702d2ea85ed0b235666db597c7c69::" providerId="AD" clId="Web-{300D9E15-117A-6E61-0EC7-3C250F9E4E4F}" dt="2023-05-28T16:37:21.809" v="1" actId="1076"/>
        <pc:sldMkLst>
          <pc:docMk/>
          <pc:sldMk cId="2266628617" sldId="260"/>
        </pc:sldMkLst>
      </pc:sldChg>
      <pc:sldChg chg="modSp">
        <pc:chgData name="Vendégfelhasználó" userId="S::urn:spo:anon#c0fcda67f4686dca6fc6c6cac34e5f81d1b702d2ea85ed0b235666db597c7c69::" providerId="AD" clId="Web-{300D9E15-117A-6E61-0EC7-3C250F9E4E4F}" dt="2023-05-28T16:38:50.811" v="3" actId="1076"/>
        <pc:sldMkLst>
          <pc:docMk/>
          <pc:sldMk cId="3273495003" sldId="261"/>
        </pc:sldMkLst>
      </pc:sldChg>
    </pc:docChg>
  </pc:docChgLst>
  <pc:docChgLst>
    <pc:chgData name="Vendégfelhasználó" userId="S::urn:spo:anon#0841a83d9c73b463698a0ef94ee9c7b6bcf8c9ef91535de6ca2c95aadc3f9d43::" providerId="AD" clId="Web-{6C081167-4DCA-31AC-CCD4-422322013E94}"/>
    <pc:docChg chg="sldOrd">
      <pc:chgData name="Vendégfelhasználó" userId="S::urn:spo:anon#0841a83d9c73b463698a0ef94ee9c7b6bcf8c9ef91535de6ca2c95aadc3f9d43::" providerId="AD" clId="Web-{6C081167-4DCA-31AC-CCD4-422322013E94}" dt="2023-07-05T15:08:03.120" v="1"/>
      <pc:docMkLst>
        <pc:docMk/>
      </pc:docMkLst>
      <pc:sldChg chg="ord">
        <pc:chgData name="Vendégfelhasználó" userId="S::urn:spo:anon#0841a83d9c73b463698a0ef94ee9c7b6bcf8c9ef91535de6ca2c95aadc3f9d43::" providerId="AD" clId="Web-{6C081167-4DCA-31AC-CCD4-422322013E94}" dt="2023-07-05T15:07:54.791" v="0"/>
        <pc:sldMkLst>
          <pc:docMk/>
          <pc:sldMk cId="2266628617" sldId="260"/>
        </pc:sldMkLst>
      </pc:sldChg>
      <pc:sldChg chg="ord">
        <pc:chgData name="Vendégfelhasználó" userId="S::urn:spo:anon#0841a83d9c73b463698a0ef94ee9c7b6bcf8c9ef91535de6ca2c95aadc3f9d43::" providerId="AD" clId="Web-{6C081167-4DCA-31AC-CCD4-422322013E94}" dt="2023-07-05T15:08:03.120" v="1"/>
        <pc:sldMkLst>
          <pc:docMk/>
          <pc:sldMk cId="3273495003" sldId="261"/>
        </pc:sldMkLst>
      </pc:sldChg>
    </pc:docChg>
  </pc:docChgLst>
  <pc:docChgLst>
    <pc:chgData name="Vendégfelhasználó" userId="S::urn:spo:anon#0841a83d9c73b463698a0ef94ee9c7b6bcf8c9ef91535de6ca2c95aadc3f9d43::" providerId="AD" clId="Web-{D4FC7298-4F59-1F81-B58B-6723B7BF0B0C}"/>
    <pc:docChg chg="modSld">
      <pc:chgData name="Vendégfelhasználó" userId="S::urn:spo:anon#0841a83d9c73b463698a0ef94ee9c7b6bcf8c9ef91535de6ca2c95aadc3f9d43::" providerId="AD" clId="Web-{D4FC7298-4F59-1F81-B58B-6723B7BF0B0C}" dt="2023-07-04T13:59:47.013" v="0" actId="1076"/>
      <pc:docMkLst>
        <pc:docMk/>
      </pc:docMkLst>
      <pc:sldChg chg="modSp">
        <pc:chgData name="Vendégfelhasználó" userId="S::urn:spo:anon#0841a83d9c73b463698a0ef94ee9c7b6bcf8c9ef91535de6ca2c95aadc3f9d43::" providerId="AD" clId="Web-{D4FC7298-4F59-1F81-B58B-6723B7BF0B0C}" dt="2023-07-04T13:59:47.013" v="0" actId="1076"/>
        <pc:sldMkLst>
          <pc:docMk/>
          <pc:sldMk cId="3273495003" sldId="261"/>
        </pc:sldMkLst>
      </pc:sldChg>
    </pc:docChg>
  </pc:docChgLst>
  <pc:docChgLst>
    <pc:chgData name="Kovácsné Pusztai Kinga" userId="1282fdc4-838f-4805-a47a-02b770215156" providerId="ADAL" clId="{9C516EF9-5879-46FC-929D-D40FB11F3DDF}"/>
    <pc:docChg chg="undo redo custSel addSld delSld modSld sldOrd">
      <pc:chgData name="Kovácsné Pusztai Kinga" userId="1282fdc4-838f-4805-a47a-02b770215156" providerId="ADAL" clId="{9C516EF9-5879-46FC-929D-D40FB11F3DDF}" dt="2024-03-05T17:02:07.024" v="1556" actId="47"/>
      <pc:docMkLst>
        <pc:docMk/>
      </pc:docMkLst>
      <pc:sldChg chg="modSp mod">
        <pc:chgData name="Kovácsné Pusztai Kinga" userId="1282fdc4-838f-4805-a47a-02b770215156" providerId="ADAL" clId="{9C516EF9-5879-46FC-929D-D40FB11F3DDF}" dt="2024-03-05T14:11:02.910" v="162" actId="6549"/>
        <pc:sldMkLst>
          <pc:docMk/>
          <pc:sldMk cId="1606164367" sldId="259"/>
        </pc:sldMkLst>
      </pc:sldChg>
      <pc:sldChg chg="addSp delSp modSp mod">
        <pc:chgData name="Kovácsné Pusztai Kinga" userId="1282fdc4-838f-4805-a47a-02b770215156" providerId="ADAL" clId="{9C516EF9-5879-46FC-929D-D40FB11F3DDF}" dt="2024-03-05T14:11:56.776" v="188" actId="20577"/>
        <pc:sldMkLst>
          <pc:docMk/>
          <pc:sldMk cId="2266628617" sldId="260"/>
        </pc:sldMkLst>
      </pc:sldChg>
      <pc:sldChg chg="addSp delSp modSp mod">
        <pc:chgData name="Kovácsné Pusztai Kinga" userId="1282fdc4-838f-4805-a47a-02b770215156" providerId="ADAL" clId="{9C516EF9-5879-46FC-929D-D40FB11F3DDF}" dt="2024-03-05T14:34:39.606" v="535" actId="20577"/>
        <pc:sldMkLst>
          <pc:docMk/>
          <pc:sldMk cId="3273495003" sldId="261"/>
        </pc:sldMkLst>
      </pc:sldChg>
      <pc:sldChg chg="addSp delSp modSp mod setBg">
        <pc:chgData name="Kovácsné Pusztai Kinga" userId="1282fdc4-838f-4805-a47a-02b770215156" providerId="ADAL" clId="{9C516EF9-5879-46FC-929D-D40FB11F3DDF}" dt="2024-03-05T15:36:37.731" v="1151" actId="1076"/>
        <pc:sldMkLst>
          <pc:docMk/>
          <pc:sldMk cId="583937274" sldId="262"/>
        </pc:sldMkLst>
      </pc:sldChg>
      <pc:sldChg chg="modSp mod">
        <pc:chgData name="Kovácsné Pusztai Kinga" userId="1282fdc4-838f-4805-a47a-02b770215156" providerId="ADAL" clId="{9C516EF9-5879-46FC-929D-D40FB11F3DDF}" dt="2024-03-05T15:55:51.565" v="1201" actId="2711"/>
        <pc:sldMkLst>
          <pc:docMk/>
          <pc:sldMk cId="1328256565" sldId="263"/>
        </pc:sldMkLst>
      </pc:sldChg>
      <pc:sldChg chg="modSp mod">
        <pc:chgData name="Kovácsné Pusztai Kinga" userId="1282fdc4-838f-4805-a47a-02b770215156" providerId="ADAL" clId="{9C516EF9-5879-46FC-929D-D40FB11F3DDF}" dt="2024-03-05T15:59:16.217" v="1219" actId="1076"/>
        <pc:sldMkLst>
          <pc:docMk/>
          <pc:sldMk cId="3148030452" sldId="264"/>
        </pc:sldMkLst>
      </pc:sldChg>
      <pc:sldChg chg="modSp mod">
        <pc:chgData name="Kovácsné Pusztai Kinga" userId="1282fdc4-838f-4805-a47a-02b770215156" providerId="ADAL" clId="{9C516EF9-5879-46FC-929D-D40FB11F3DDF}" dt="2024-03-05T16:06:52.389" v="1264" actId="1076"/>
        <pc:sldMkLst>
          <pc:docMk/>
          <pc:sldMk cId="2431493244" sldId="265"/>
        </pc:sldMkLst>
      </pc:sldChg>
      <pc:sldChg chg="modSp new mod ord">
        <pc:chgData name="Kovácsné Pusztai Kinga" userId="1282fdc4-838f-4805-a47a-02b770215156" providerId="ADAL" clId="{9C516EF9-5879-46FC-929D-D40FB11F3DDF}" dt="2024-03-05T14:02:42.870" v="74"/>
        <pc:sldMkLst>
          <pc:docMk/>
          <pc:sldMk cId="1086817828" sldId="267"/>
        </pc:sldMkLst>
      </pc:sldChg>
      <pc:sldChg chg="addSp delSp modSp add mod">
        <pc:chgData name="Kovácsné Pusztai Kinga" userId="1282fdc4-838f-4805-a47a-02b770215156" providerId="ADAL" clId="{9C516EF9-5879-46FC-929D-D40FB11F3DDF}" dt="2024-03-05T15:55:39.470" v="1200" actId="2711"/>
        <pc:sldMkLst>
          <pc:docMk/>
          <pc:sldMk cId="193812636" sldId="268"/>
        </pc:sldMkLst>
      </pc:sldChg>
      <pc:sldChg chg="addSp delSp modSp add mod">
        <pc:chgData name="Kovácsné Pusztai Kinga" userId="1282fdc4-838f-4805-a47a-02b770215156" providerId="ADAL" clId="{9C516EF9-5879-46FC-929D-D40FB11F3DDF}" dt="2024-03-05T15:38:34.231" v="1165"/>
        <pc:sldMkLst>
          <pc:docMk/>
          <pc:sldMk cId="2407304392" sldId="269"/>
        </pc:sldMkLst>
      </pc:sldChg>
      <pc:sldChg chg="addSp modSp new mod ord setBg">
        <pc:chgData name="Kovácsné Pusztai Kinga" userId="1282fdc4-838f-4805-a47a-02b770215156" providerId="ADAL" clId="{9C516EF9-5879-46FC-929D-D40FB11F3DDF}" dt="2024-03-05T16:30:01.416" v="1448"/>
        <pc:sldMkLst>
          <pc:docMk/>
          <pc:sldMk cId="3430509559" sldId="270"/>
        </pc:sldMkLst>
      </pc:sldChg>
      <pc:sldChg chg="addSp modSp new mod">
        <pc:chgData name="Kovácsné Pusztai Kinga" userId="1282fdc4-838f-4805-a47a-02b770215156" providerId="ADAL" clId="{9C516EF9-5879-46FC-929D-D40FB11F3DDF}" dt="2024-03-05T16:47:44.633" v="1494" actId="14100"/>
        <pc:sldMkLst>
          <pc:docMk/>
          <pc:sldMk cId="553315828" sldId="271"/>
        </pc:sldMkLst>
      </pc:sldChg>
      <pc:sldChg chg="modSp add del mod ord setBg">
        <pc:chgData name="Kovácsné Pusztai Kinga" userId="1282fdc4-838f-4805-a47a-02b770215156" providerId="ADAL" clId="{9C516EF9-5879-46FC-929D-D40FB11F3DDF}" dt="2024-03-05T17:02:07.024" v="1556" actId="47"/>
        <pc:sldMkLst>
          <pc:docMk/>
          <pc:sldMk cId="2367681583" sldId="272"/>
        </pc:sldMkLst>
      </pc:sldChg>
    </pc:docChg>
  </pc:docChgLst>
  <pc:docChgLst>
    <pc:chgData name="Kovácsné Pusztai Kinga" userId="1282fdc4-838f-4805-a47a-02b770215156" providerId="ADAL" clId="{A2130244-1C8F-4AEF-81C9-02242CC68759}"/>
    <pc:docChg chg="undo custSel addSld delSld modSld modMainMaster addSection delSection modSection">
      <pc:chgData name="Kovácsné Pusztai Kinga" userId="1282fdc4-838f-4805-a47a-02b770215156" providerId="ADAL" clId="{A2130244-1C8F-4AEF-81C9-02242CC68759}" dt="2025-03-05T09:45:25.547" v="2745" actId="1076"/>
      <pc:docMkLst>
        <pc:docMk/>
      </pc:docMkLst>
      <pc:sldChg chg="addSp modSp add mod setBg">
        <pc:chgData name="Kovácsné Pusztai Kinga" userId="1282fdc4-838f-4805-a47a-02b770215156" providerId="ADAL" clId="{A2130244-1C8F-4AEF-81C9-02242CC68759}" dt="2025-03-01T19:42:00.121" v="2555" actId="14100"/>
        <pc:sldMkLst>
          <pc:docMk/>
          <pc:sldMk cId="1167314229" sldId="257"/>
        </pc:sldMkLst>
        <pc:spChg chg="mod">
          <ac:chgData name="Kovácsné Pusztai Kinga" userId="1282fdc4-838f-4805-a47a-02b770215156" providerId="ADAL" clId="{A2130244-1C8F-4AEF-81C9-02242CC68759}" dt="2025-03-01T19:42:00.121" v="2555" actId="14100"/>
          <ac:spMkLst>
            <pc:docMk/>
            <pc:sldMk cId="1167314229" sldId="257"/>
            <ac:spMk id="2" creationId="{2C3234D3-25AC-47AF-8B63-E20DFD792064}"/>
          </ac:spMkLst>
        </pc:spChg>
        <pc:spChg chg="mod">
          <ac:chgData name="Kovácsné Pusztai Kinga" userId="1282fdc4-838f-4805-a47a-02b770215156" providerId="ADAL" clId="{A2130244-1C8F-4AEF-81C9-02242CC68759}" dt="2025-03-01T19:40:23.581" v="2549" actId="20577"/>
          <ac:spMkLst>
            <pc:docMk/>
            <pc:sldMk cId="1167314229" sldId="257"/>
            <ac:spMk id="3" creationId="{AAFFCF6C-A806-45CF-82B2-B0422CFE6FB4}"/>
          </ac:spMkLst>
        </pc:spChg>
        <pc:spChg chg="add mod">
          <ac:chgData name="Kovácsné Pusztai Kinga" userId="1282fdc4-838f-4805-a47a-02b770215156" providerId="ADAL" clId="{A2130244-1C8F-4AEF-81C9-02242CC68759}" dt="2025-02-28T20:32:57.121" v="1770" actId="1076"/>
          <ac:spMkLst>
            <pc:docMk/>
            <pc:sldMk cId="1167314229" sldId="257"/>
            <ac:spMk id="16" creationId="{B833A544-7A73-6393-FD72-AD5154D9BF05}"/>
          </ac:spMkLst>
        </pc:spChg>
        <pc:spChg chg="mod">
          <ac:chgData name="Kovácsné Pusztai Kinga" userId="1282fdc4-838f-4805-a47a-02b770215156" providerId="ADAL" clId="{A2130244-1C8F-4AEF-81C9-02242CC68759}" dt="2025-03-01T19:39:25.898" v="2543" actId="20577"/>
          <ac:spMkLst>
            <pc:docMk/>
            <pc:sldMk cId="1167314229" sldId="257"/>
            <ac:spMk id="19" creationId="{0069078A-05E2-4ADB-9C7E-2A18E9BED4F3}"/>
          </ac:spMkLst>
        </pc:spChg>
        <pc:spChg chg="mod">
          <ac:chgData name="Kovácsné Pusztai Kinga" userId="1282fdc4-838f-4805-a47a-02b770215156" providerId="ADAL" clId="{A2130244-1C8F-4AEF-81C9-02242CC68759}" dt="2025-02-28T20:45:22.153" v="1881" actId="1076"/>
          <ac:spMkLst>
            <pc:docMk/>
            <pc:sldMk cId="1167314229" sldId="257"/>
            <ac:spMk id="25" creationId="{625DFAF3-D6F5-45F7-8141-8C86FF1E3629}"/>
          </ac:spMkLst>
        </pc:spChg>
        <pc:spChg chg="mod">
          <ac:chgData name="Kovácsné Pusztai Kinga" userId="1282fdc4-838f-4805-a47a-02b770215156" providerId="ADAL" clId="{A2130244-1C8F-4AEF-81C9-02242CC68759}" dt="2025-02-28T20:45:10.589" v="1880" actId="1076"/>
          <ac:spMkLst>
            <pc:docMk/>
            <pc:sldMk cId="1167314229" sldId="257"/>
            <ac:spMk id="26" creationId="{F87AFFF8-5D1E-45B6-A633-7E27A10AC409}"/>
          </ac:spMkLst>
        </pc:spChg>
      </pc:sldChg>
      <pc:sldChg chg="addSp modSp add mod setBg">
        <pc:chgData name="Kovácsné Pusztai Kinga" userId="1282fdc4-838f-4805-a47a-02b770215156" providerId="ADAL" clId="{A2130244-1C8F-4AEF-81C9-02242CC68759}" dt="2025-03-05T09:25:59.186" v="2557" actId="6549"/>
        <pc:sldMkLst>
          <pc:docMk/>
          <pc:sldMk cId="4266985446" sldId="258"/>
        </pc:sldMkLst>
        <pc:spChg chg="add mod">
          <ac:chgData name="Kovácsné Pusztai Kinga" userId="1282fdc4-838f-4805-a47a-02b770215156" providerId="ADAL" clId="{A2130244-1C8F-4AEF-81C9-02242CC68759}" dt="2025-02-28T20:35:04.081" v="1782"/>
          <ac:spMkLst>
            <pc:docMk/>
            <pc:sldMk cId="4266985446" sldId="258"/>
            <ac:spMk id="14" creationId="{771227A0-49BE-6043-5AF5-B14112620B7E}"/>
          </ac:spMkLst>
        </pc:spChg>
        <pc:spChg chg="mod">
          <ac:chgData name="Kovácsné Pusztai Kinga" userId="1282fdc4-838f-4805-a47a-02b770215156" providerId="ADAL" clId="{A2130244-1C8F-4AEF-81C9-02242CC68759}" dt="2025-03-05T09:25:59.186" v="2557" actId="6549"/>
          <ac:spMkLst>
            <pc:docMk/>
            <pc:sldMk cId="4266985446" sldId="258"/>
            <ac:spMk id="18" creationId="{F2A87024-7F7E-47F5-8D9A-966D447AD58D}"/>
          </ac:spMkLst>
        </pc:spChg>
        <pc:spChg chg="mod">
          <ac:chgData name="Kovácsné Pusztai Kinga" userId="1282fdc4-838f-4805-a47a-02b770215156" providerId="ADAL" clId="{A2130244-1C8F-4AEF-81C9-02242CC68759}" dt="2025-02-28T20:44:41.305" v="1878" actId="1036"/>
          <ac:spMkLst>
            <pc:docMk/>
            <pc:sldMk cId="4266985446" sldId="258"/>
            <ac:spMk id="26" creationId="{F87AFFF8-5D1E-45B6-A633-7E27A10AC409}"/>
          </ac:spMkLst>
        </pc:spChg>
        <pc:spChg chg="mod">
          <ac:chgData name="Kovácsné Pusztai Kinga" userId="1282fdc4-838f-4805-a47a-02b770215156" providerId="ADAL" clId="{A2130244-1C8F-4AEF-81C9-02242CC68759}" dt="2025-03-01T19:39:41.240" v="2545" actId="20577"/>
          <ac:spMkLst>
            <pc:docMk/>
            <pc:sldMk cId="4266985446" sldId="258"/>
            <ac:spMk id="28" creationId="{3B3F4967-EBA3-40BC-8520-A312F773BF43}"/>
          </ac:spMkLst>
        </pc:spChg>
        <pc:spChg chg="mod">
          <ac:chgData name="Kovácsné Pusztai Kinga" userId="1282fdc4-838f-4805-a47a-02b770215156" providerId="ADAL" clId="{A2130244-1C8F-4AEF-81C9-02242CC68759}" dt="2025-02-28T20:44:46.018" v="1879" actId="1076"/>
          <ac:spMkLst>
            <pc:docMk/>
            <pc:sldMk cId="4266985446" sldId="258"/>
            <ac:spMk id="29" creationId="{D36B1366-5D82-42F0-93A7-AC21EDB2F333}"/>
          </ac:spMkLst>
        </pc:spChg>
      </pc:sldChg>
      <pc:sldChg chg="addSp modSp mod">
        <pc:chgData name="Kovácsné Pusztai Kinga" userId="1282fdc4-838f-4805-a47a-02b770215156" providerId="ADAL" clId="{A2130244-1C8F-4AEF-81C9-02242CC68759}" dt="2025-02-25T15:13:08.896" v="1308" actId="20577"/>
        <pc:sldMkLst>
          <pc:docMk/>
          <pc:sldMk cId="1606164367" sldId="259"/>
        </pc:sldMkLst>
        <pc:spChg chg="mod">
          <ac:chgData name="Kovácsné Pusztai Kinga" userId="1282fdc4-838f-4805-a47a-02b770215156" providerId="ADAL" clId="{A2130244-1C8F-4AEF-81C9-02242CC68759}" dt="2025-01-29T18:03:45.157" v="952" actId="1076"/>
          <ac:spMkLst>
            <pc:docMk/>
            <pc:sldMk cId="1606164367" sldId="259"/>
            <ac:spMk id="2" creationId="{CD9C2166-6569-5295-9279-92F89229EA4C}"/>
          </ac:spMkLst>
        </pc:spChg>
        <pc:spChg chg="mod ord">
          <ac:chgData name="Kovácsné Pusztai Kinga" userId="1282fdc4-838f-4805-a47a-02b770215156" providerId="ADAL" clId="{A2130244-1C8F-4AEF-81C9-02242CC68759}" dt="2025-02-25T15:13:08.896" v="1308" actId="20577"/>
          <ac:spMkLst>
            <pc:docMk/>
            <pc:sldMk cId="1606164367" sldId="259"/>
            <ac:spMk id="3" creationId="{6053A986-C584-82FC-EF11-7336C2A01744}"/>
          </ac:spMkLst>
        </pc:spChg>
        <pc:spChg chg="add mod ord">
          <ac:chgData name="Kovácsné Pusztai Kinga" userId="1282fdc4-838f-4805-a47a-02b770215156" providerId="ADAL" clId="{A2130244-1C8F-4AEF-81C9-02242CC68759}" dt="2025-01-29T18:03:39.923" v="951" actId="167"/>
          <ac:spMkLst>
            <pc:docMk/>
            <pc:sldMk cId="1606164367" sldId="259"/>
            <ac:spMk id="4" creationId="{BC4CA150-865E-20E5-7D0E-3EA57D3DC06C}"/>
          </ac:spMkLst>
        </pc:spChg>
      </pc:sldChg>
      <pc:sldChg chg="modSp mod">
        <pc:chgData name="Kovácsné Pusztai Kinga" userId="1282fdc4-838f-4805-a47a-02b770215156" providerId="ADAL" clId="{A2130244-1C8F-4AEF-81C9-02242CC68759}" dt="2025-01-23T08:41:51.262" v="99" actId="14100"/>
        <pc:sldMkLst>
          <pc:docMk/>
          <pc:sldMk cId="3273495003" sldId="261"/>
        </pc:sldMkLst>
        <pc:picChg chg="mod">
          <ac:chgData name="Kovácsné Pusztai Kinga" userId="1282fdc4-838f-4805-a47a-02b770215156" providerId="ADAL" clId="{A2130244-1C8F-4AEF-81C9-02242CC68759}" dt="2025-01-23T08:41:15.642" v="95" actId="13822"/>
          <ac:picMkLst>
            <pc:docMk/>
            <pc:sldMk cId="3273495003" sldId="261"/>
            <ac:picMk id="9" creationId="{30472612-735E-87DE-BD49-EB887AD21164}"/>
          </ac:picMkLst>
        </pc:picChg>
        <pc:picChg chg="mod">
          <ac:chgData name="Kovácsné Pusztai Kinga" userId="1282fdc4-838f-4805-a47a-02b770215156" providerId="ADAL" clId="{A2130244-1C8F-4AEF-81C9-02242CC68759}" dt="2025-01-23T08:41:31.707" v="96" actId="13822"/>
          <ac:picMkLst>
            <pc:docMk/>
            <pc:sldMk cId="3273495003" sldId="261"/>
            <ac:picMk id="17" creationId="{099D2670-F1A0-D6F1-0E44-AE7550172C58}"/>
          </ac:picMkLst>
        </pc:picChg>
        <pc:picChg chg="mod">
          <ac:chgData name="Kovácsné Pusztai Kinga" userId="1282fdc4-838f-4805-a47a-02b770215156" providerId="ADAL" clId="{A2130244-1C8F-4AEF-81C9-02242CC68759}" dt="2025-01-23T08:41:36.880" v="97" actId="13822"/>
          <ac:picMkLst>
            <pc:docMk/>
            <pc:sldMk cId="3273495003" sldId="261"/>
            <ac:picMk id="21" creationId="{B5D87B44-D501-E839-10C8-2F934F075428}"/>
          </ac:picMkLst>
        </pc:picChg>
        <pc:picChg chg="mod">
          <ac:chgData name="Kovácsné Pusztai Kinga" userId="1282fdc4-838f-4805-a47a-02b770215156" providerId="ADAL" clId="{A2130244-1C8F-4AEF-81C9-02242CC68759}" dt="2025-01-23T08:41:51.262" v="99" actId="14100"/>
          <ac:picMkLst>
            <pc:docMk/>
            <pc:sldMk cId="3273495003" sldId="261"/>
            <ac:picMk id="31" creationId="{A0E7F5A1-932E-35E8-4C3D-74F06C1F73DE}"/>
          </ac:picMkLst>
        </pc:picChg>
      </pc:sldChg>
      <pc:sldChg chg="addSp modSp mod">
        <pc:chgData name="Kovácsné Pusztai Kinga" userId="1282fdc4-838f-4805-a47a-02b770215156" providerId="ADAL" clId="{A2130244-1C8F-4AEF-81C9-02242CC68759}" dt="2025-02-05T07:54:12.036" v="1141" actId="20577"/>
        <pc:sldMkLst>
          <pc:docMk/>
          <pc:sldMk cId="583937274" sldId="262"/>
        </pc:sldMkLst>
        <pc:spChg chg="add mod ord">
          <ac:chgData name="Kovácsné Pusztai Kinga" userId="1282fdc4-838f-4805-a47a-02b770215156" providerId="ADAL" clId="{A2130244-1C8F-4AEF-81C9-02242CC68759}" dt="2025-01-23T08:42:59.873" v="109" actId="14100"/>
          <ac:spMkLst>
            <pc:docMk/>
            <pc:sldMk cId="583937274" sldId="262"/>
            <ac:spMk id="3" creationId="{8448C6C9-AC75-770F-E4EE-1A72559C1291}"/>
          </ac:spMkLst>
        </pc:spChg>
        <pc:spChg chg="mod">
          <ac:chgData name="Kovácsné Pusztai Kinga" userId="1282fdc4-838f-4805-a47a-02b770215156" providerId="ADAL" clId="{A2130244-1C8F-4AEF-81C9-02242CC68759}" dt="2025-02-05T07:54:12.036" v="1141" actId="20577"/>
          <ac:spMkLst>
            <pc:docMk/>
            <pc:sldMk cId="583937274" sldId="262"/>
            <ac:spMk id="4" creationId="{027EBF73-082B-FF26-7167-4D3C6A8C1D6B}"/>
          </ac:spMkLst>
        </pc:spChg>
      </pc:sldChg>
      <pc:sldChg chg="addSp modSp mod">
        <pc:chgData name="Kovácsné Pusztai Kinga" userId="1282fdc4-838f-4805-a47a-02b770215156" providerId="ADAL" clId="{A2130244-1C8F-4AEF-81C9-02242CC68759}" dt="2025-02-25T15:17:27.095" v="1311" actId="20577"/>
        <pc:sldMkLst>
          <pc:docMk/>
          <pc:sldMk cId="1328256565" sldId="263"/>
        </pc:sldMkLst>
        <pc:spChg chg="mod">
          <ac:chgData name="Kovácsné Pusztai Kinga" userId="1282fdc4-838f-4805-a47a-02b770215156" providerId="ADAL" clId="{A2130244-1C8F-4AEF-81C9-02242CC68759}" dt="2025-01-23T08:52:29.125" v="214" actId="14100"/>
          <ac:spMkLst>
            <pc:docMk/>
            <pc:sldMk cId="1328256565" sldId="263"/>
            <ac:spMk id="2" creationId="{3A2B51A0-ECBA-118F-985B-5803EBE37945}"/>
          </ac:spMkLst>
        </pc:spChg>
        <pc:spChg chg="mod">
          <ac:chgData name="Kovácsné Pusztai Kinga" userId="1282fdc4-838f-4805-a47a-02b770215156" providerId="ADAL" clId="{A2130244-1C8F-4AEF-81C9-02242CC68759}" dt="2025-02-25T15:17:27.095" v="1311" actId="20577"/>
          <ac:spMkLst>
            <pc:docMk/>
            <pc:sldMk cId="1328256565" sldId="263"/>
            <ac:spMk id="3" creationId="{38C92DC5-D333-75DA-2A42-8AAB918852BF}"/>
          </ac:spMkLst>
        </pc:spChg>
        <pc:spChg chg="add mod ord">
          <ac:chgData name="Kovácsné Pusztai Kinga" userId="1282fdc4-838f-4805-a47a-02b770215156" providerId="ADAL" clId="{A2130244-1C8F-4AEF-81C9-02242CC68759}" dt="2025-01-23T08:52:15.047" v="212" actId="167"/>
          <ac:spMkLst>
            <pc:docMk/>
            <pc:sldMk cId="1328256565" sldId="263"/>
            <ac:spMk id="4" creationId="{9B6EADE4-3831-0B98-38E3-A5ED05FAC01F}"/>
          </ac:spMkLst>
        </pc:spChg>
      </pc:sldChg>
      <pc:sldChg chg="delSp modSp add mod">
        <pc:chgData name="Kovácsné Pusztai Kinga" userId="1282fdc4-838f-4805-a47a-02b770215156" providerId="ADAL" clId="{A2130244-1C8F-4AEF-81C9-02242CC68759}" dt="2025-03-05T09:44:15.478" v="2738" actId="20577"/>
        <pc:sldMkLst>
          <pc:docMk/>
          <pc:sldMk cId="1324880959" sldId="264"/>
        </pc:sldMkLst>
        <pc:spChg chg="mod">
          <ac:chgData name="Kovácsné Pusztai Kinga" userId="1282fdc4-838f-4805-a47a-02b770215156" providerId="ADAL" clId="{A2130244-1C8F-4AEF-81C9-02242CC68759}" dt="2025-03-05T09:43:41.233" v="2730" actId="255"/>
          <ac:spMkLst>
            <pc:docMk/>
            <pc:sldMk cId="1324880959" sldId="264"/>
            <ac:spMk id="2" creationId="{4CAF5C6E-D99B-095F-A588-4EF1C26CEF55}"/>
          </ac:spMkLst>
        </pc:spChg>
        <pc:spChg chg="mod">
          <ac:chgData name="Kovácsné Pusztai Kinga" userId="1282fdc4-838f-4805-a47a-02b770215156" providerId="ADAL" clId="{A2130244-1C8F-4AEF-81C9-02242CC68759}" dt="2025-03-05T09:44:15.478" v="2738" actId="20577"/>
          <ac:spMkLst>
            <pc:docMk/>
            <pc:sldMk cId="1324880959" sldId="264"/>
            <ac:spMk id="3" creationId="{91B427D1-FE04-C669-6F5B-6A512A449640}"/>
          </ac:spMkLst>
        </pc:spChg>
        <pc:picChg chg="mod">
          <ac:chgData name="Kovácsné Pusztai Kinga" userId="1282fdc4-838f-4805-a47a-02b770215156" providerId="ADAL" clId="{A2130244-1C8F-4AEF-81C9-02242CC68759}" dt="2025-03-05T09:44:12.583" v="2737" actId="1076"/>
          <ac:picMkLst>
            <pc:docMk/>
            <pc:sldMk cId="1324880959" sldId="264"/>
            <ac:picMk id="5" creationId="{CFFC455A-24B5-16BA-2A79-1F71B43031A3}"/>
          </ac:picMkLst>
        </pc:picChg>
        <pc:picChg chg="del">
          <ac:chgData name="Kovácsné Pusztai Kinga" userId="1282fdc4-838f-4805-a47a-02b770215156" providerId="ADAL" clId="{A2130244-1C8F-4AEF-81C9-02242CC68759}" dt="2025-03-05T09:41:49.128" v="2714" actId="478"/>
          <ac:picMkLst>
            <pc:docMk/>
            <pc:sldMk cId="1324880959" sldId="264"/>
            <ac:picMk id="9" creationId="{E8101A74-BF76-68B3-A85F-D1F2CE70BE41}"/>
          </ac:picMkLst>
        </pc:picChg>
      </pc:sldChg>
      <pc:sldChg chg="modSp del mod">
        <pc:chgData name="Kovácsné Pusztai Kinga" userId="1282fdc4-838f-4805-a47a-02b770215156" providerId="ADAL" clId="{A2130244-1C8F-4AEF-81C9-02242CC68759}" dt="2025-02-28T21:29:21.004" v="2525" actId="2696"/>
        <pc:sldMkLst>
          <pc:docMk/>
          <pc:sldMk cId="3148030452" sldId="264"/>
        </pc:sldMkLst>
      </pc:sldChg>
      <pc:sldChg chg="modSp mod setBg">
        <pc:chgData name="Kovácsné Pusztai Kinga" userId="1282fdc4-838f-4805-a47a-02b770215156" providerId="ADAL" clId="{A2130244-1C8F-4AEF-81C9-02242CC68759}" dt="2025-02-28T21:30:03.553" v="2532" actId="14100"/>
        <pc:sldMkLst>
          <pc:docMk/>
          <pc:sldMk cId="2431493244" sldId="265"/>
        </pc:sldMkLst>
        <pc:spChg chg="mod">
          <ac:chgData name="Kovácsné Pusztai Kinga" userId="1282fdc4-838f-4805-a47a-02b770215156" providerId="ADAL" clId="{A2130244-1C8F-4AEF-81C9-02242CC68759}" dt="2025-02-28T21:30:03.553" v="2532" actId="14100"/>
          <ac:spMkLst>
            <pc:docMk/>
            <pc:sldMk cId="2431493244" sldId="265"/>
            <ac:spMk id="3" creationId="{00000000-0000-0000-0000-000000000000}"/>
          </ac:spMkLst>
        </pc:spChg>
      </pc:sldChg>
      <pc:sldChg chg="addSp modSp add mod setBg">
        <pc:chgData name="Kovácsné Pusztai Kinga" userId="1282fdc4-838f-4805-a47a-02b770215156" providerId="ADAL" clId="{A2130244-1C8F-4AEF-81C9-02242CC68759}" dt="2025-03-05T09:29:04.368" v="2593" actId="20577"/>
        <pc:sldMkLst>
          <pc:docMk/>
          <pc:sldMk cId="715185826" sldId="266"/>
        </pc:sldMkLst>
        <pc:spChg chg="add mod">
          <ac:chgData name="Kovácsné Pusztai Kinga" userId="1282fdc4-838f-4805-a47a-02b770215156" providerId="ADAL" clId="{A2130244-1C8F-4AEF-81C9-02242CC68759}" dt="2025-02-28T20:47:00.510" v="1892"/>
          <ac:spMkLst>
            <pc:docMk/>
            <pc:sldMk cId="715185826" sldId="266"/>
            <ac:spMk id="2" creationId="{EE7006A3-5658-2EC6-442A-7D01464856CB}"/>
          </ac:spMkLst>
        </pc:spChg>
        <pc:spChg chg="mod">
          <ac:chgData name="Kovácsné Pusztai Kinga" userId="1282fdc4-838f-4805-a47a-02b770215156" providerId="ADAL" clId="{A2130244-1C8F-4AEF-81C9-02242CC68759}" dt="2025-03-01T19:38:30.168" v="2541" actId="20577"/>
          <ac:spMkLst>
            <pc:docMk/>
            <pc:sldMk cId="715185826" sldId="266"/>
            <ac:spMk id="17" creationId="{C5DF9C1B-0617-4C02-95C4-2A1E4A809B39}"/>
          </ac:spMkLst>
        </pc:spChg>
        <pc:spChg chg="mod">
          <ac:chgData name="Kovácsné Pusztai Kinga" userId="1282fdc4-838f-4805-a47a-02b770215156" providerId="ADAL" clId="{A2130244-1C8F-4AEF-81C9-02242CC68759}" dt="2025-03-05T09:29:04.368" v="2593" actId="20577"/>
          <ac:spMkLst>
            <pc:docMk/>
            <pc:sldMk cId="715185826" sldId="266"/>
            <ac:spMk id="27" creationId="{C06F45E4-9455-4B53-B4FA-489F842B8CC3}"/>
          </ac:spMkLst>
        </pc:spChg>
        <pc:spChg chg="mod">
          <ac:chgData name="Kovácsné Pusztai Kinga" userId="1282fdc4-838f-4805-a47a-02b770215156" providerId="ADAL" clId="{A2130244-1C8F-4AEF-81C9-02242CC68759}" dt="2025-02-28T20:46:57.526" v="1891" actId="1076"/>
          <ac:spMkLst>
            <pc:docMk/>
            <pc:sldMk cId="715185826" sldId="266"/>
            <ac:spMk id="28" creationId="{2FCF4D8A-9162-4949-8CCC-D5E7273C91D7}"/>
          </ac:spMkLst>
        </pc:spChg>
      </pc:sldChg>
      <pc:sldChg chg="del">
        <pc:chgData name="Kovácsné Pusztai Kinga" userId="1282fdc4-838f-4805-a47a-02b770215156" providerId="ADAL" clId="{A2130244-1C8F-4AEF-81C9-02242CC68759}" dt="2025-02-25T15:32:42.166" v="1493" actId="47"/>
        <pc:sldMkLst>
          <pc:docMk/>
          <pc:sldMk cId="3166015993" sldId="266"/>
        </pc:sldMkLst>
      </pc:sldChg>
      <pc:sldChg chg="addSp modSp mod">
        <pc:chgData name="Kovácsné Pusztai Kinga" userId="1282fdc4-838f-4805-a47a-02b770215156" providerId="ADAL" clId="{A2130244-1C8F-4AEF-81C9-02242CC68759}" dt="2025-01-29T17:52:25.543" v="669" actId="1035"/>
        <pc:sldMkLst>
          <pc:docMk/>
          <pc:sldMk cId="1086817828" sldId="267"/>
        </pc:sldMkLst>
        <pc:spChg chg="mod">
          <ac:chgData name="Kovácsné Pusztai Kinga" userId="1282fdc4-838f-4805-a47a-02b770215156" providerId="ADAL" clId="{A2130244-1C8F-4AEF-81C9-02242CC68759}" dt="2025-01-29T16:34:58.484" v="520" actId="1076"/>
          <ac:spMkLst>
            <pc:docMk/>
            <pc:sldMk cId="1086817828" sldId="267"/>
            <ac:spMk id="2" creationId="{BE8EE0C9-1BC2-9AE7-BF50-F393B33AB78F}"/>
          </ac:spMkLst>
        </pc:spChg>
        <pc:spChg chg="mod">
          <ac:chgData name="Kovácsné Pusztai Kinga" userId="1282fdc4-838f-4805-a47a-02b770215156" providerId="ADAL" clId="{A2130244-1C8F-4AEF-81C9-02242CC68759}" dt="2025-01-29T17:49:00.439" v="627" actId="1076"/>
          <ac:spMkLst>
            <pc:docMk/>
            <pc:sldMk cId="1086817828" sldId="267"/>
            <ac:spMk id="3" creationId="{45228AA0-EB16-D958-0547-E7417D8A6CB7}"/>
          </ac:spMkLst>
        </pc:spChg>
        <pc:spChg chg="add mod ord">
          <ac:chgData name="Kovácsné Pusztai Kinga" userId="1282fdc4-838f-4805-a47a-02b770215156" providerId="ADAL" clId="{A2130244-1C8F-4AEF-81C9-02242CC68759}" dt="2025-01-29T17:52:25.543" v="669" actId="1035"/>
          <ac:spMkLst>
            <pc:docMk/>
            <pc:sldMk cId="1086817828" sldId="267"/>
            <ac:spMk id="4" creationId="{C7B6556D-A9E1-2CF5-0793-6C945AC509D2}"/>
          </ac:spMkLst>
        </pc:spChg>
        <pc:spChg chg="add mod ord">
          <ac:chgData name="Kovácsné Pusztai Kinga" userId="1282fdc4-838f-4805-a47a-02b770215156" providerId="ADAL" clId="{A2130244-1C8F-4AEF-81C9-02242CC68759}" dt="2025-01-29T17:51:18.989" v="648" actId="688"/>
          <ac:spMkLst>
            <pc:docMk/>
            <pc:sldMk cId="1086817828" sldId="267"/>
            <ac:spMk id="5" creationId="{A2980ED8-354E-CFD4-5428-C2F86D6626B4}"/>
          </ac:spMkLst>
        </pc:spChg>
        <pc:spChg chg="add mod">
          <ac:chgData name="Kovácsné Pusztai Kinga" userId="1282fdc4-838f-4805-a47a-02b770215156" providerId="ADAL" clId="{A2130244-1C8F-4AEF-81C9-02242CC68759}" dt="2025-01-29T17:52:00.969" v="660" actId="14100"/>
          <ac:spMkLst>
            <pc:docMk/>
            <pc:sldMk cId="1086817828" sldId="267"/>
            <ac:spMk id="6" creationId="{C5D74839-7596-B5E4-76DF-10172C2E5C7C}"/>
          </ac:spMkLst>
        </pc:spChg>
        <pc:spChg chg="add mod">
          <ac:chgData name="Kovácsné Pusztai Kinga" userId="1282fdc4-838f-4805-a47a-02b770215156" providerId="ADAL" clId="{A2130244-1C8F-4AEF-81C9-02242CC68759}" dt="2025-01-29T17:51:31.267" v="651" actId="14100"/>
          <ac:spMkLst>
            <pc:docMk/>
            <pc:sldMk cId="1086817828" sldId="267"/>
            <ac:spMk id="7" creationId="{97C87142-CD38-2430-7FED-9E464AC5F068}"/>
          </ac:spMkLst>
        </pc:spChg>
        <pc:spChg chg="add mod">
          <ac:chgData name="Kovácsné Pusztai Kinga" userId="1282fdc4-838f-4805-a47a-02b770215156" providerId="ADAL" clId="{A2130244-1C8F-4AEF-81C9-02242CC68759}" dt="2025-01-29T17:50:18.289" v="640" actId="14100"/>
          <ac:spMkLst>
            <pc:docMk/>
            <pc:sldMk cId="1086817828" sldId="267"/>
            <ac:spMk id="8" creationId="{0DB2662D-C8CC-7D2C-B699-D85176CF85C7}"/>
          </ac:spMkLst>
        </pc:spChg>
        <pc:spChg chg="add mod">
          <ac:chgData name="Kovácsné Pusztai Kinga" userId="1282fdc4-838f-4805-a47a-02b770215156" providerId="ADAL" clId="{A2130244-1C8F-4AEF-81C9-02242CC68759}" dt="2025-01-29T17:50:07.783" v="639" actId="122"/>
          <ac:spMkLst>
            <pc:docMk/>
            <pc:sldMk cId="1086817828" sldId="267"/>
            <ac:spMk id="9" creationId="{D49AE253-68C8-DD0B-D051-0D43B3A4F49C}"/>
          </ac:spMkLst>
        </pc:spChg>
      </pc:sldChg>
      <pc:sldChg chg="addSp modSp mod">
        <pc:chgData name="Kovácsné Pusztai Kinga" userId="1282fdc4-838f-4805-a47a-02b770215156" providerId="ADAL" clId="{A2130244-1C8F-4AEF-81C9-02242CC68759}" dt="2025-01-23T08:56:05.510" v="240" actId="1076"/>
        <pc:sldMkLst>
          <pc:docMk/>
          <pc:sldMk cId="193812636" sldId="268"/>
        </pc:sldMkLst>
        <pc:spChg chg="mod">
          <ac:chgData name="Kovácsné Pusztai Kinga" userId="1282fdc4-838f-4805-a47a-02b770215156" providerId="ADAL" clId="{A2130244-1C8F-4AEF-81C9-02242CC68759}" dt="2025-01-23T08:54:27.443" v="221" actId="1076"/>
          <ac:spMkLst>
            <pc:docMk/>
            <pc:sldMk cId="193812636" sldId="268"/>
            <ac:spMk id="2" creationId="{DE059A94-B03C-9D54-BD12-B97C86F20AF8}"/>
          </ac:spMkLst>
        </pc:spChg>
        <pc:spChg chg="add mod ord">
          <ac:chgData name="Kovácsné Pusztai Kinga" userId="1282fdc4-838f-4805-a47a-02b770215156" providerId="ADAL" clId="{A2130244-1C8F-4AEF-81C9-02242CC68759}" dt="2025-01-23T08:55:13.246" v="234" actId="167"/>
          <ac:spMkLst>
            <pc:docMk/>
            <pc:sldMk cId="193812636" sldId="268"/>
            <ac:spMk id="3" creationId="{94485D53-B9E5-1BC5-923C-E8CC27449785}"/>
          </ac:spMkLst>
        </pc:spChg>
        <pc:spChg chg="mod">
          <ac:chgData name="Kovácsné Pusztai Kinga" userId="1282fdc4-838f-4805-a47a-02b770215156" providerId="ADAL" clId="{A2130244-1C8F-4AEF-81C9-02242CC68759}" dt="2025-01-23T08:56:05.510" v="240" actId="1076"/>
          <ac:spMkLst>
            <pc:docMk/>
            <pc:sldMk cId="193812636" sldId="268"/>
            <ac:spMk id="4" creationId="{4A403B75-D53B-495F-3AA2-470F0DD3190C}"/>
          </ac:spMkLst>
        </pc:spChg>
      </pc:sldChg>
      <pc:sldChg chg="addSp delSp modSp mod">
        <pc:chgData name="Kovácsné Pusztai Kinga" userId="1282fdc4-838f-4805-a47a-02b770215156" providerId="ADAL" clId="{A2130244-1C8F-4AEF-81C9-02242CC68759}" dt="2025-02-05T07:52:41.845" v="1116" actId="114"/>
        <pc:sldMkLst>
          <pc:docMk/>
          <pc:sldMk cId="2407304392" sldId="269"/>
        </pc:sldMkLst>
        <pc:spChg chg="mod">
          <ac:chgData name="Kovácsné Pusztai Kinga" userId="1282fdc4-838f-4805-a47a-02b770215156" providerId="ADAL" clId="{A2130244-1C8F-4AEF-81C9-02242CC68759}" dt="2025-01-29T18:19:54.718" v="1007" actId="12"/>
          <ac:spMkLst>
            <pc:docMk/>
            <pc:sldMk cId="2407304392" sldId="269"/>
            <ac:spMk id="3" creationId="{5202B8E3-77FB-231A-45C3-EC377846570A}"/>
          </ac:spMkLst>
        </pc:spChg>
        <pc:spChg chg="mod">
          <ac:chgData name="Kovácsné Pusztai Kinga" userId="1282fdc4-838f-4805-a47a-02b770215156" providerId="ADAL" clId="{A2130244-1C8F-4AEF-81C9-02242CC68759}" dt="2025-02-05T07:52:41.845" v="1116" actId="114"/>
          <ac:spMkLst>
            <pc:docMk/>
            <pc:sldMk cId="2407304392" sldId="269"/>
            <ac:spMk id="4" creationId="{BFD3D3C2-6211-3335-B51C-EEA0814940F8}"/>
          </ac:spMkLst>
        </pc:spChg>
        <pc:spChg chg="add mod ord">
          <ac:chgData name="Kovácsné Pusztai Kinga" userId="1282fdc4-838f-4805-a47a-02b770215156" providerId="ADAL" clId="{A2130244-1C8F-4AEF-81C9-02242CC68759}" dt="2025-01-23T08:47:56.243" v="169" actId="14100"/>
          <ac:spMkLst>
            <pc:docMk/>
            <pc:sldMk cId="2407304392" sldId="269"/>
            <ac:spMk id="5" creationId="{5683B508-AF97-6BED-E6C4-3BDE08C44B77}"/>
          </ac:spMkLst>
        </pc:spChg>
        <pc:picChg chg="mod">
          <ac:chgData name="Kovácsné Pusztai Kinga" userId="1282fdc4-838f-4805-a47a-02b770215156" providerId="ADAL" clId="{A2130244-1C8F-4AEF-81C9-02242CC68759}" dt="2025-01-23T08:47:16.154" v="164" actId="14100"/>
          <ac:picMkLst>
            <pc:docMk/>
            <pc:sldMk cId="2407304392" sldId="269"/>
            <ac:picMk id="8" creationId="{3634EB65-5401-CD39-9B73-D8479EEACB32}"/>
          </ac:picMkLst>
        </pc:picChg>
        <pc:picChg chg="mod">
          <ac:chgData name="Kovácsné Pusztai Kinga" userId="1282fdc4-838f-4805-a47a-02b770215156" providerId="ADAL" clId="{A2130244-1C8F-4AEF-81C9-02242CC68759}" dt="2025-01-23T08:47:11.634" v="163" actId="14100"/>
          <ac:picMkLst>
            <pc:docMk/>
            <pc:sldMk cId="2407304392" sldId="269"/>
            <ac:picMk id="12" creationId="{49AF8F79-5696-6DF3-4AE7-C2392D990429}"/>
          </ac:picMkLst>
        </pc:picChg>
      </pc:sldChg>
      <pc:sldChg chg="addSp modSp del mod setBg">
        <pc:chgData name="Kovácsné Pusztai Kinga" userId="1282fdc4-838f-4805-a47a-02b770215156" providerId="ADAL" clId="{A2130244-1C8F-4AEF-81C9-02242CC68759}" dt="2025-02-28T21:35:34.494" v="2535" actId="47"/>
        <pc:sldMkLst>
          <pc:docMk/>
          <pc:sldMk cId="3430509559" sldId="270"/>
        </pc:sldMkLst>
      </pc:sldChg>
      <pc:sldChg chg="del">
        <pc:chgData name="Kovácsné Pusztai Kinga" userId="1282fdc4-838f-4805-a47a-02b770215156" providerId="ADAL" clId="{A2130244-1C8F-4AEF-81C9-02242CC68759}" dt="2025-02-28T21:35:37.056" v="2536" actId="47"/>
        <pc:sldMkLst>
          <pc:docMk/>
          <pc:sldMk cId="553315828" sldId="271"/>
        </pc:sldMkLst>
      </pc:sldChg>
      <pc:sldChg chg="addSp delSp modSp add mod setBg">
        <pc:chgData name="Kovácsné Pusztai Kinga" userId="1282fdc4-838f-4805-a47a-02b770215156" providerId="ADAL" clId="{A2130244-1C8F-4AEF-81C9-02242CC68759}" dt="2025-03-05T09:31:34.379" v="2638" actId="1036"/>
        <pc:sldMkLst>
          <pc:docMk/>
          <pc:sldMk cId="219569449" sldId="272"/>
        </pc:sldMkLst>
        <pc:spChg chg="add mod">
          <ac:chgData name="Kovácsné Pusztai Kinga" userId="1282fdc4-838f-4805-a47a-02b770215156" providerId="ADAL" clId="{A2130244-1C8F-4AEF-81C9-02242CC68759}" dt="2025-03-05T09:31:16.320" v="2625" actId="14100"/>
          <ac:spMkLst>
            <pc:docMk/>
            <pc:sldMk cId="219569449" sldId="272"/>
            <ac:spMk id="16" creationId="{E23ED8B7-90E9-D78E-376E-7945EA80741E}"/>
          </ac:spMkLst>
        </pc:spChg>
        <pc:spChg chg="mod">
          <ac:chgData name="Kovácsné Pusztai Kinga" userId="1282fdc4-838f-4805-a47a-02b770215156" providerId="ADAL" clId="{A2130244-1C8F-4AEF-81C9-02242CC68759}" dt="2025-03-05T09:31:08.069" v="2624" actId="20577"/>
          <ac:spMkLst>
            <pc:docMk/>
            <pc:sldMk cId="219569449" sldId="272"/>
            <ac:spMk id="19" creationId="{0069078A-05E2-4ADB-9C7E-2A18E9BED4F3}"/>
          </ac:spMkLst>
        </pc:spChg>
        <pc:spChg chg="mod">
          <ac:chgData name="Kovácsné Pusztai Kinga" userId="1282fdc4-838f-4805-a47a-02b770215156" providerId="ADAL" clId="{A2130244-1C8F-4AEF-81C9-02242CC68759}" dt="2025-03-05T09:31:34.379" v="2638" actId="1036"/>
          <ac:spMkLst>
            <pc:docMk/>
            <pc:sldMk cId="219569449" sldId="272"/>
            <ac:spMk id="20" creationId="{BC0BF25D-5EA2-423E-8C1A-E9525A9F04A1}"/>
          </ac:spMkLst>
        </pc:spChg>
        <pc:spChg chg="mod">
          <ac:chgData name="Kovácsné Pusztai Kinga" userId="1282fdc4-838f-4805-a47a-02b770215156" providerId="ADAL" clId="{A2130244-1C8F-4AEF-81C9-02242CC68759}" dt="2025-03-05T09:31:34.379" v="2638" actId="1036"/>
          <ac:spMkLst>
            <pc:docMk/>
            <pc:sldMk cId="219569449" sldId="272"/>
            <ac:spMk id="21" creationId="{D47693DF-837A-43F2-A468-FB6D5DF51FFC}"/>
          </ac:spMkLst>
        </pc:spChg>
        <pc:spChg chg="mod">
          <ac:chgData name="Kovácsné Pusztai Kinga" userId="1282fdc4-838f-4805-a47a-02b770215156" providerId="ADAL" clId="{A2130244-1C8F-4AEF-81C9-02242CC68759}" dt="2025-03-05T09:31:34.379" v="2638" actId="1036"/>
          <ac:spMkLst>
            <pc:docMk/>
            <pc:sldMk cId="219569449" sldId="272"/>
            <ac:spMk id="28" creationId="{560CA91B-E462-4A5D-8290-58B945A8CF97}"/>
          </ac:spMkLst>
        </pc:spChg>
        <pc:cxnChg chg="add mod">
          <ac:chgData name="Kovácsné Pusztai Kinga" userId="1282fdc4-838f-4805-a47a-02b770215156" providerId="ADAL" clId="{A2130244-1C8F-4AEF-81C9-02242CC68759}" dt="2025-02-28T20:54:41.863" v="1931"/>
          <ac:cxnSpMkLst>
            <pc:docMk/>
            <pc:sldMk cId="219569449" sldId="272"/>
            <ac:cxnSpMk id="2" creationId="{7D27D0D9-B2DF-B830-E2D1-4D7479989B89}"/>
          </ac:cxnSpMkLst>
        </pc:cxnChg>
        <pc:cxnChg chg="add mod">
          <ac:chgData name="Kovácsné Pusztai Kinga" userId="1282fdc4-838f-4805-a47a-02b770215156" providerId="ADAL" clId="{A2130244-1C8F-4AEF-81C9-02242CC68759}" dt="2025-02-28T20:54:41.863" v="1931"/>
          <ac:cxnSpMkLst>
            <pc:docMk/>
            <pc:sldMk cId="219569449" sldId="272"/>
            <ac:cxnSpMk id="14" creationId="{0610CA08-BBE9-7302-A776-71B67150AC43}"/>
          </ac:cxnSpMkLst>
        </pc:cxnChg>
        <pc:cxnChg chg="add mod">
          <ac:chgData name="Kovácsné Pusztai Kinga" userId="1282fdc4-838f-4805-a47a-02b770215156" providerId="ADAL" clId="{A2130244-1C8F-4AEF-81C9-02242CC68759}" dt="2025-02-28T20:55:04.863" v="2027" actId="14100"/>
          <ac:cxnSpMkLst>
            <pc:docMk/>
            <pc:sldMk cId="219569449" sldId="272"/>
            <ac:cxnSpMk id="17" creationId="{A6B72784-910A-69D2-1E30-0AA3968F0890}"/>
          </ac:cxnSpMkLst>
        </pc:cxnChg>
      </pc:sldChg>
      <pc:sldChg chg="new del">
        <pc:chgData name="Kovácsné Pusztai Kinga" userId="1282fdc4-838f-4805-a47a-02b770215156" providerId="ADAL" clId="{A2130244-1C8F-4AEF-81C9-02242CC68759}" dt="2025-01-22T20:33:28.390" v="2" actId="47"/>
        <pc:sldMkLst>
          <pc:docMk/>
          <pc:sldMk cId="4131299383" sldId="272"/>
        </pc:sldMkLst>
      </pc:sldChg>
      <pc:sldChg chg="addSp delSp modSp add mod">
        <pc:chgData name="Kovácsné Pusztai Kinga" userId="1282fdc4-838f-4805-a47a-02b770215156" providerId="ADAL" clId="{A2130244-1C8F-4AEF-81C9-02242CC68759}" dt="2025-02-28T21:29:06.238" v="2524" actId="6549"/>
        <pc:sldMkLst>
          <pc:docMk/>
          <pc:sldMk cId="2244582942" sldId="273"/>
        </pc:sldMkLst>
        <pc:spChg chg="mod">
          <ac:chgData name="Kovácsné Pusztai Kinga" userId="1282fdc4-838f-4805-a47a-02b770215156" providerId="ADAL" clId="{A2130244-1C8F-4AEF-81C9-02242CC68759}" dt="2025-01-22T20:53:46.746" v="88" actId="1076"/>
          <ac:spMkLst>
            <pc:docMk/>
            <pc:sldMk cId="2244582942" sldId="273"/>
            <ac:spMk id="2" creationId="{6949D3EA-F9B1-EC19-F030-539CC89683DE}"/>
          </ac:spMkLst>
        </pc:spChg>
        <pc:spChg chg="mod">
          <ac:chgData name="Kovácsné Pusztai Kinga" userId="1282fdc4-838f-4805-a47a-02b770215156" providerId="ADAL" clId="{A2130244-1C8F-4AEF-81C9-02242CC68759}" dt="2025-02-28T21:29:06.238" v="2524" actId="6549"/>
          <ac:spMkLst>
            <pc:docMk/>
            <pc:sldMk cId="2244582942" sldId="273"/>
            <ac:spMk id="3" creationId="{6995C4C9-8308-6EBF-95DE-5E0256419B6F}"/>
          </ac:spMkLst>
        </pc:spChg>
      </pc:sldChg>
      <pc:sldChg chg="delSp modSp add mod">
        <pc:chgData name="Kovácsné Pusztai Kinga" userId="1282fdc4-838f-4805-a47a-02b770215156" providerId="ADAL" clId="{A2130244-1C8F-4AEF-81C9-02242CC68759}" dt="2025-02-05T07:56:08.790" v="1156"/>
        <pc:sldMkLst>
          <pc:docMk/>
          <pc:sldMk cId="652460705" sldId="274"/>
        </pc:sldMkLst>
        <pc:spChg chg="mod">
          <ac:chgData name="Kovácsné Pusztai Kinga" userId="1282fdc4-838f-4805-a47a-02b770215156" providerId="ADAL" clId="{A2130244-1C8F-4AEF-81C9-02242CC68759}" dt="2025-01-23T08:48:50.458" v="179" actId="1076"/>
          <ac:spMkLst>
            <pc:docMk/>
            <pc:sldMk cId="652460705" sldId="274"/>
            <ac:spMk id="3" creationId="{78053931-AD3E-547E-A825-A748411815D5}"/>
          </ac:spMkLst>
        </pc:spChg>
        <pc:spChg chg="mod">
          <ac:chgData name="Kovácsné Pusztai Kinga" userId="1282fdc4-838f-4805-a47a-02b770215156" providerId="ADAL" clId="{A2130244-1C8F-4AEF-81C9-02242CC68759}" dt="2025-02-05T07:56:08.790" v="1156"/>
          <ac:spMkLst>
            <pc:docMk/>
            <pc:sldMk cId="652460705" sldId="274"/>
            <ac:spMk id="4" creationId="{19267A16-FEE9-4B5D-732A-4C5EBBB33318}"/>
          </ac:spMkLst>
        </pc:spChg>
        <pc:spChg chg="mod">
          <ac:chgData name="Kovácsné Pusztai Kinga" userId="1282fdc4-838f-4805-a47a-02b770215156" providerId="ADAL" clId="{A2130244-1C8F-4AEF-81C9-02242CC68759}" dt="2025-01-23T08:49:25.458" v="185" actId="14100"/>
          <ac:spMkLst>
            <pc:docMk/>
            <pc:sldMk cId="652460705" sldId="274"/>
            <ac:spMk id="5" creationId="{8F1CE42D-9EF6-ABF7-39C4-507B25DF6520}"/>
          </ac:spMkLst>
        </pc:spChg>
        <pc:picChg chg="mod">
          <ac:chgData name="Kovácsné Pusztai Kinga" userId="1282fdc4-838f-4805-a47a-02b770215156" providerId="ADAL" clId="{A2130244-1C8F-4AEF-81C9-02242CC68759}" dt="2025-01-23T08:49:15.737" v="183" actId="1076"/>
          <ac:picMkLst>
            <pc:docMk/>
            <pc:sldMk cId="652460705" sldId="274"/>
            <ac:picMk id="9" creationId="{D34F8A5E-5999-A47C-13E2-586CFB2FB013}"/>
          </ac:picMkLst>
        </pc:picChg>
        <pc:picChg chg="mod">
          <ac:chgData name="Kovácsné Pusztai Kinga" userId="1282fdc4-838f-4805-a47a-02b770215156" providerId="ADAL" clId="{A2130244-1C8F-4AEF-81C9-02242CC68759}" dt="2025-01-23T08:49:21.241" v="184" actId="1076"/>
          <ac:picMkLst>
            <pc:docMk/>
            <pc:sldMk cId="652460705" sldId="274"/>
            <ac:picMk id="11" creationId="{0156DE48-2F0D-0B81-4B84-66D831D13B01}"/>
          </ac:picMkLst>
        </pc:picChg>
        <pc:picChg chg="mod">
          <ac:chgData name="Kovácsné Pusztai Kinga" userId="1282fdc4-838f-4805-a47a-02b770215156" providerId="ADAL" clId="{A2130244-1C8F-4AEF-81C9-02242CC68759}" dt="2025-01-23T08:49:12.563" v="182" actId="1076"/>
          <ac:picMkLst>
            <pc:docMk/>
            <pc:sldMk cId="652460705" sldId="274"/>
            <ac:picMk id="14" creationId="{B28054DC-8825-388E-8812-BBA6ABCE9AFB}"/>
          </ac:picMkLst>
        </pc:picChg>
      </pc:sldChg>
      <pc:sldChg chg="addSp modSp new del mod">
        <pc:chgData name="Kovácsné Pusztai Kinga" userId="1282fdc4-838f-4805-a47a-02b770215156" providerId="ADAL" clId="{A2130244-1C8F-4AEF-81C9-02242CC68759}" dt="2025-01-22T20:41:19.275" v="6" actId="47"/>
        <pc:sldMkLst>
          <pc:docMk/>
          <pc:sldMk cId="2009275513" sldId="274"/>
        </pc:sldMkLst>
      </pc:sldChg>
      <pc:sldChg chg="addSp modSp add mod">
        <pc:chgData name="Kovácsné Pusztai Kinga" userId="1282fdc4-838f-4805-a47a-02b770215156" providerId="ADAL" clId="{A2130244-1C8F-4AEF-81C9-02242CC68759}" dt="2025-02-05T07:55:21.977" v="1153" actId="6549"/>
        <pc:sldMkLst>
          <pc:docMk/>
          <pc:sldMk cId="60003267" sldId="275"/>
        </pc:sldMkLst>
        <pc:spChg chg="mod">
          <ac:chgData name="Kovácsné Pusztai Kinga" userId="1282fdc4-838f-4805-a47a-02b770215156" providerId="ADAL" clId="{A2130244-1C8F-4AEF-81C9-02242CC68759}" dt="2025-01-23T09:01:17.905" v="301" actId="1076"/>
          <ac:spMkLst>
            <pc:docMk/>
            <pc:sldMk cId="60003267" sldId="275"/>
            <ac:spMk id="2" creationId="{B7C449B6-1569-42E4-89E0-1D1E1809271C}"/>
          </ac:spMkLst>
        </pc:spChg>
        <pc:spChg chg="add mod">
          <ac:chgData name="Kovácsné Pusztai Kinga" userId="1282fdc4-838f-4805-a47a-02b770215156" providerId="ADAL" clId="{A2130244-1C8F-4AEF-81C9-02242CC68759}" dt="2025-01-23T08:59:56.266" v="284" actId="1076"/>
          <ac:spMkLst>
            <pc:docMk/>
            <pc:sldMk cId="60003267" sldId="275"/>
            <ac:spMk id="3" creationId="{5A452AFB-6F7A-C708-65DD-626C9CFAF608}"/>
          </ac:spMkLst>
        </pc:spChg>
        <pc:spChg chg="mod">
          <ac:chgData name="Kovácsné Pusztai Kinga" userId="1282fdc4-838f-4805-a47a-02b770215156" providerId="ADAL" clId="{A2130244-1C8F-4AEF-81C9-02242CC68759}" dt="2025-02-05T07:55:21.977" v="1153" actId="6549"/>
          <ac:spMkLst>
            <pc:docMk/>
            <pc:sldMk cId="60003267" sldId="275"/>
            <ac:spMk id="4" creationId="{98EE000B-F821-4B2B-316F-650E57F4AEE8}"/>
          </ac:spMkLst>
        </pc:spChg>
        <pc:spChg chg="add mod ord">
          <ac:chgData name="Kovácsné Pusztai Kinga" userId="1282fdc4-838f-4805-a47a-02b770215156" providerId="ADAL" clId="{A2130244-1C8F-4AEF-81C9-02242CC68759}" dt="2025-01-23T09:00:32.257" v="291" actId="167"/>
          <ac:spMkLst>
            <pc:docMk/>
            <pc:sldMk cId="60003267" sldId="275"/>
            <ac:spMk id="5" creationId="{9EAB80C7-49E4-CE97-3DC0-03D2B5D13F00}"/>
          </ac:spMkLst>
        </pc:spChg>
        <pc:spChg chg="add mod ord">
          <ac:chgData name="Kovácsné Pusztai Kinga" userId="1282fdc4-838f-4805-a47a-02b770215156" providerId="ADAL" clId="{A2130244-1C8F-4AEF-81C9-02242CC68759}" dt="2025-01-23T09:01:10.942" v="300" actId="14100"/>
          <ac:spMkLst>
            <pc:docMk/>
            <pc:sldMk cId="60003267" sldId="275"/>
            <ac:spMk id="6" creationId="{6960A885-8269-663A-E201-DEE57F19B027}"/>
          </ac:spMkLst>
        </pc:spChg>
      </pc:sldChg>
      <pc:sldChg chg="addSp delSp modSp add mod setBg">
        <pc:chgData name="Kovácsné Pusztai Kinga" userId="1282fdc4-838f-4805-a47a-02b770215156" providerId="ADAL" clId="{A2130244-1C8F-4AEF-81C9-02242CC68759}" dt="2025-03-05T09:33:12.706" v="2665" actId="20577"/>
        <pc:sldMkLst>
          <pc:docMk/>
          <pc:sldMk cId="4080834421" sldId="276"/>
        </pc:sldMkLst>
        <pc:spChg chg="add mod">
          <ac:chgData name="Kovácsné Pusztai Kinga" userId="1282fdc4-838f-4805-a47a-02b770215156" providerId="ADAL" clId="{A2130244-1C8F-4AEF-81C9-02242CC68759}" dt="2025-02-28T20:58:19.084" v="2061" actId="1076"/>
          <ac:spMkLst>
            <pc:docMk/>
            <pc:sldMk cId="4080834421" sldId="276"/>
            <ac:spMk id="16" creationId="{EF793041-D91F-E2AC-E9CF-D0CB23CD7FAD}"/>
          </ac:spMkLst>
        </pc:spChg>
        <pc:spChg chg="mod">
          <ac:chgData name="Kovácsné Pusztai Kinga" userId="1282fdc4-838f-4805-a47a-02b770215156" providerId="ADAL" clId="{A2130244-1C8F-4AEF-81C9-02242CC68759}" dt="2025-03-05T09:33:12.706" v="2665" actId="20577"/>
          <ac:spMkLst>
            <pc:docMk/>
            <pc:sldMk cId="4080834421" sldId="276"/>
            <ac:spMk id="19" creationId="{0069078A-05E2-4ADB-9C7E-2A18E9BED4F3}"/>
          </ac:spMkLst>
        </pc:spChg>
        <pc:spChg chg="mod">
          <ac:chgData name="Kovácsné Pusztai Kinga" userId="1282fdc4-838f-4805-a47a-02b770215156" providerId="ADAL" clId="{A2130244-1C8F-4AEF-81C9-02242CC68759}" dt="2025-03-05T09:33:06.101" v="2663" actId="1076"/>
          <ac:spMkLst>
            <pc:docMk/>
            <pc:sldMk cId="4080834421" sldId="276"/>
            <ac:spMk id="20" creationId="{72B6AB0E-8330-4541-A798-B19EB3D255A3}"/>
          </ac:spMkLst>
        </pc:spChg>
        <pc:spChg chg="mod">
          <ac:chgData name="Kovácsné Pusztai Kinga" userId="1282fdc4-838f-4805-a47a-02b770215156" providerId="ADAL" clId="{A2130244-1C8F-4AEF-81C9-02242CC68759}" dt="2025-03-05T09:32:50.361" v="2661" actId="1076"/>
          <ac:spMkLst>
            <pc:docMk/>
            <pc:sldMk cId="4080834421" sldId="276"/>
            <ac:spMk id="21" creationId="{9737AA75-53E4-41D6-9D4A-9731F860C041}"/>
          </ac:spMkLst>
        </pc:spChg>
        <pc:spChg chg="mod">
          <ac:chgData name="Kovácsné Pusztai Kinga" userId="1282fdc4-838f-4805-a47a-02b770215156" providerId="ADAL" clId="{A2130244-1C8F-4AEF-81C9-02242CC68759}" dt="2025-03-05T09:32:58.503" v="2662" actId="1076"/>
          <ac:spMkLst>
            <pc:docMk/>
            <pc:sldMk cId="4080834421" sldId="276"/>
            <ac:spMk id="28" creationId="{A0202D2E-5772-4484-B506-955600475B4F}"/>
          </ac:spMkLst>
        </pc:spChg>
        <pc:cxnChg chg="add mod">
          <ac:chgData name="Kovácsné Pusztai Kinga" userId="1282fdc4-838f-4805-a47a-02b770215156" providerId="ADAL" clId="{A2130244-1C8F-4AEF-81C9-02242CC68759}" dt="2025-02-28T20:57:50.854" v="2058"/>
          <ac:cxnSpMkLst>
            <pc:docMk/>
            <pc:sldMk cId="4080834421" sldId="276"/>
            <ac:cxnSpMk id="2" creationId="{C74EA0A0-4D43-DE32-7DB3-C915CA45D18A}"/>
          </ac:cxnSpMkLst>
        </pc:cxnChg>
        <pc:cxnChg chg="add mod">
          <ac:chgData name="Kovácsné Pusztai Kinga" userId="1282fdc4-838f-4805-a47a-02b770215156" providerId="ADAL" clId="{A2130244-1C8F-4AEF-81C9-02242CC68759}" dt="2025-02-28T20:57:50.854" v="2058"/>
          <ac:cxnSpMkLst>
            <pc:docMk/>
            <pc:sldMk cId="4080834421" sldId="276"/>
            <ac:cxnSpMk id="14" creationId="{9E8D5294-337F-6B57-5301-537E0CEB6662}"/>
          </ac:cxnSpMkLst>
        </pc:cxnChg>
        <pc:cxnChg chg="add mod">
          <ac:chgData name="Kovácsné Pusztai Kinga" userId="1282fdc4-838f-4805-a47a-02b770215156" providerId="ADAL" clId="{A2130244-1C8F-4AEF-81C9-02242CC68759}" dt="2025-02-28T20:57:58.807" v="2059" actId="1076"/>
          <ac:cxnSpMkLst>
            <pc:docMk/>
            <pc:sldMk cId="4080834421" sldId="276"/>
            <ac:cxnSpMk id="17" creationId="{E7C72CD5-0B22-2552-7B79-BF2A98A31D85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3:32.011" v="2670" actId="20577"/>
        <pc:sldMkLst>
          <pc:docMk/>
          <pc:sldMk cId="4041890541" sldId="277"/>
        </pc:sldMkLst>
        <pc:spChg chg="add mod">
          <ac:chgData name="Kovácsné Pusztai Kinga" userId="1282fdc4-838f-4805-a47a-02b770215156" providerId="ADAL" clId="{A2130244-1C8F-4AEF-81C9-02242CC68759}" dt="2025-02-28T20:59:25.094" v="2069"/>
          <ac:spMkLst>
            <pc:docMk/>
            <pc:sldMk cId="4041890541" sldId="277"/>
            <ac:spMk id="16" creationId="{B0753E89-8772-E2D9-1876-BFD8DF46C76F}"/>
          </ac:spMkLst>
        </pc:spChg>
        <pc:spChg chg="mod">
          <ac:chgData name="Kovácsné Pusztai Kinga" userId="1282fdc4-838f-4805-a47a-02b770215156" providerId="ADAL" clId="{A2130244-1C8F-4AEF-81C9-02242CC68759}" dt="2025-03-05T09:33:32.011" v="2670" actId="20577"/>
          <ac:spMkLst>
            <pc:docMk/>
            <pc:sldMk cId="4041890541" sldId="277"/>
            <ac:spMk id="20" creationId="{D70622C9-E2E1-4262-A3A0-A70263F500E8}"/>
          </ac:spMkLst>
        </pc:spChg>
        <pc:spChg chg="mod">
          <ac:chgData name="Kovácsné Pusztai Kinga" userId="1282fdc4-838f-4805-a47a-02b770215156" providerId="ADAL" clId="{A2130244-1C8F-4AEF-81C9-02242CC68759}" dt="2025-03-05T09:33:21.983" v="2667" actId="20577"/>
          <ac:spMkLst>
            <pc:docMk/>
            <pc:sldMk cId="4041890541" sldId="277"/>
            <ac:spMk id="28" creationId="{2862985E-69DA-4863-B116-5885E30BEBF7}"/>
          </ac:spMkLst>
        </pc:spChg>
        <pc:spChg chg="mod">
          <ac:chgData name="Kovácsné Pusztai Kinga" userId="1282fdc4-838f-4805-a47a-02b770215156" providerId="ADAL" clId="{A2130244-1C8F-4AEF-81C9-02242CC68759}" dt="2025-02-28T20:59:05.288" v="2065" actId="1076"/>
          <ac:spMkLst>
            <pc:docMk/>
            <pc:sldMk cId="4041890541" sldId="277"/>
            <ac:spMk id="29" creationId="{9430B696-FF9C-427A-897A-3A6F3C8C89B3}"/>
          </ac:spMkLst>
        </pc:spChg>
        <pc:cxnChg chg="add mod">
          <ac:chgData name="Kovácsné Pusztai Kinga" userId="1282fdc4-838f-4805-a47a-02b770215156" providerId="ADAL" clId="{A2130244-1C8F-4AEF-81C9-02242CC68759}" dt="2025-02-28T20:59:25.094" v="2069"/>
          <ac:cxnSpMkLst>
            <pc:docMk/>
            <pc:sldMk cId="4041890541" sldId="277"/>
            <ac:cxnSpMk id="2" creationId="{010A9794-9F10-A53A-495E-518D2181E839}"/>
          </ac:cxnSpMkLst>
        </pc:cxnChg>
        <pc:cxnChg chg="add mod">
          <ac:chgData name="Kovácsné Pusztai Kinga" userId="1282fdc4-838f-4805-a47a-02b770215156" providerId="ADAL" clId="{A2130244-1C8F-4AEF-81C9-02242CC68759}" dt="2025-02-28T20:59:25.094" v="2069"/>
          <ac:cxnSpMkLst>
            <pc:docMk/>
            <pc:sldMk cId="4041890541" sldId="277"/>
            <ac:cxnSpMk id="14" creationId="{3B8F0C2F-1D5A-3778-407E-A8BF569CDD72}"/>
          </ac:cxnSpMkLst>
        </pc:cxnChg>
        <pc:cxnChg chg="add mod">
          <ac:chgData name="Kovácsné Pusztai Kinga" userId="1282fdc4-838f-4805-a47a-02b770215156" providerId="ADAL" clId="{A2130244-1C8F-4AEF-81C9-02242CC68759}" dt="2025-02-28T20:59:25.094" v="2069"/>
          <ac:cxnSpMkLst>
            <pc:docMk/>
            <pc:sldMk cId="4041890541" sldId="277"/>
            <ac:cxnSpMk id="17" creationId="{18E7B5C7-909E-31E5-F102-918D2A1A7B81}"/>
          </ac:cxnSpMkLst>
        </pc:cxnChg>
      </pc:sldChg>
      <pc:sldChg chg="delSp add setBg delDesignElem">
        <pc:chgData name="Kovácsné Pusztai Kinga" userId="1282fdc4-838f-4805-a47a-02b770215156" providerId="ADAL" clId="{A2130244-1C8F-4AEF-81C9-02242CC68759}" dt="2025-02-25T15:32:35.409" v="1492"/>
        <pc:sldMkLst>
          <pc:docMk/>
          <pc:sldMk cId="548089129" sldId="278"/>
        </pc:sldMkLst>
      </pc:sldChg>
      <pc:sldChg chg="addSp delSp modSp add mod setBg">
        <pc:chgData name="Kovácsné Pusztai Kinga" userId="1282fdc4-838f-4805-a47a-02b770215156" providerId="ADAL" clId="{A2130244-1C8F-4AEF-81C9-02242CC68759}" dt="2025-03-05T09:34:09.444" v="2684" actId="20577"/>
        <pc:sldMkLst>
          <pc:docMk/>
          <pc:sldMk cId="2466951385" sldId="279"/>
        </pc:sldMkLst>
        <pc:spChg chg="add mod">
          <ac:chgData name="Kovácsné Pusztai Kinga" userId="1282fdc4-838f-4805-a47a-02b770215156" providerId="ADAL" clId="{A2130244-1C8F-4AEF-81C9-02242CC68759}" dt="2025-02-28T21:01:15.993" v="2085" actId="1076"/>
          <ac:spMkLst>
            <pc:docMk/>
            <pc:sldMk cId="2466951385" sldId="279"/>
            <ac:spMk id="16" creationId="{E9219080-9B07-2496-BB62-5C2DFBD9847E}"/>
          </ac:spMkLst>
        </pc:spChg>
        <pc:spChg chg="mod">
          <ac:chgData name="Kovácsné Pusztai Kinga" userId="1282fdc4-838f-4805-a47a-02b770215156" providerId="ADAL" clId="{A2130244-1C8F-4AEF-81C9-02242CC68759}" dt="2025-03-05T09:33:56.085" v="2676" actId="20577"/>
          <ac:spMkLst>
            <pc:docMk/>
            <pc:sldMk cId="2466951385" sldId="279"/>
            <ac:spMk id="19" creationId="{0069078A-05E2-4ADB-9C7E-2A18E9BED4F3}"/>
          </ac:spMkLst>
        </pc:spChg>
        <pc:spChg chg="mod">
          <ac:chgData name="Kovácsné Pusztai Kinga" userId="1282fdc4-838f-4805-a47a-02b770215156" providerId="ADAL" clId="{A2130244-1C8F-4AEF-81C9-02242CC68759}" dt="2025-03-05T09:34:09.444" v="2684" actId="20577"/>
          <ac:spMkLst>
            <pc:docMk/>
            <pc:sldMk cId="2466951385" sldId="279"/>
            <ac:spMk id="20" creationId="{4D0943F3-BA00-4C11-B6F6-B9AB55788644}"/>
          </ac:spMkLst>
        </pc:spChg>
        <pc:spChg chg="mod">
          <ac:chgData name="Kovácsné Pusztai Kinga" userId="1282fdc4-838f-4805-a47a-02b770215156" providerId="ADAL" clId="{A2130244-1C8F-4AEF-81C9-02242CC68759}" dt="2025-03-05T09:34:06.068" v="2682" actId="14100"/>
          <ac:spMkLst>
            <pc:docMk/>
            <pc:sldMk cId="2466951385" sldId="279"/>
            <ac:spMk id="21" creationId="{143FE279-50D3-4758-8FAD-F30CABD9588F}"/>
          </ac:spMkLst>
        </pc:spChg>
        <pc:spChg chg="mod">
          <ac:chgData name="Kovácsné Pusztai Kinga" userId="1282fdc4-838f-4805-a47a-02b770215156" providerId="ADAL" clId="{A2130244-1C8F-4AEF-81C9-02242CC68759}" dt="2025-02-28T21:00:52.032" v="2081" actId="1076"/>
          <ac:spMkLst>
            <pc:docMk/>
            <pc:sldMk cId="2466951385" sldId="279"/>
            <ac:spMk id="28" creationId="{79B7C95D-0331-4CEC-AA60-07E804E15B15}"/>
          </ac:spMkLst>
        </pc:spChg>
        <pc:cxnChg chg="add mod">
          <ac:chgData name="Kovácsné Pusztai Kinga" userId="1282fdc4-838f-4805-a47a-02b770215156" providerId="ADAL" clId="{A2130244-1C8F-4AEF-81C9-02242CC68759}" dt="2025-02-28T21:01:15.993" v="2085" actId="1076"/>
          <ac:cxnSpMkLst>
            <pc:docMk/>
            <pc:sldMk cId="2466951385" sldId="279"/>
            <ac:cxnSpMk id="2" creationId="{A87E0864-C1CD-4A17-BD4A-E0FF57E96A58}"/>
          </ac:cxnSpMkLst>
        </pc:cxnChg>
        <pc:cxnChg chg="add mod">
          <ac:chgData name="Kovácsné Pusztai Kinga" userId="1282fdc4-838f-4805-a47a-02b770215156" providerId="ADAL" clId="{A2130244-1C8F-4AEF-81C9-02242CC68759}" dt="2025-02-28T21:01:15.993" v="2085" actId="1076"/>
          <ac:cxnSpMkLst>
            <pc:docMk/>
            <pc:sldMk cId="2466951385" sldId="279"/>
            <ac:cxnSpMk id="14" creationId="{4D099231-F835-A01D-110D-38BFA5A40FB6}"/>
          </ac:cxnSpMkLst>
        </pc:cxnChg>
        <pc:cxnChg chg="add mod">
          <ac:chgData name="Kovácsné Pusztai Kinga" userId="1282fdc4-838f-4805-a47a-02b770215156" providerId="ADAL" clId="{A2130244-1C8F-4AEF-81C9-02242CC68759}" dt="2025-02-28T21:01:33.949" v="2129" actId="1037"/>
          <ac:cxnSpMkLst>
            <pc:docMk/>
            <pc:sldMk cId="2466951385" sldId="279"/>
            <ac:cxnSpMk id="17" creationId="{4124BE0D-B912-802C-7620-3624C903E9E9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4:17.334" v="2686" actId="20577"/>
        <pc:sldMkLst>
          <pc:docMk/>
          <pc:sldMk cId="2494658520" sldId="280"/>
        </pc:sldMkLst>
        <pc:spChg chg="mod">
          <ac:chgData name="Kovácsné Pusztai Kinga" userId="1282fdc4-838f-4805-a47a-02b770215156" providerId="ADAL" clId="{A2130244-1C8F-4AEF-81C9-02242CC68759}" dt="2025-02-28T21:03:32.974" v="2133" actId="1076"/>
          <ac:spMkLst>
            <pc:docMk/>
            <pc:sldMk cId="2494658520" sldId="280"/>
            <ac:spMk id="2" creationId="{7BC034FF-3011-4A84-9914-6EB8C82168FF}"/>
          </ac:spMkLst>
        </pc:spChg>
        <pc:spChg chg="add mod">
          <ac:chgData name="Kovácsné Pusztai Kinga" userId="1282fdc4-838f-4805-a47a-02b770215156" providerId="ADAL" clId="{A2130244-1C8F-4AEF-81C9-02242CC68759}" dt="2025-02-28T21:03:39.858" v="2135"/>
          <ac:spMkLst>
            <pc:docMk/>
            <pc:sldMk cId="2494658520" sldId="280"/>
            <ac:spMk id="17" creationId="{0126E0CE-02BB-3C82-E515-6FD3F44451BB}"/>
          </ac:spMkLst>
        </pc:spChg>
        <pc:spChg chg="mod">
          <ac:chgData name="Kovácsné Pusztai Kinga" userId="1282fdc4-838f-4805-a47a-02b770215156" providerId="ADAL" clId="{A2130244-1C8F-4AEF-81C9-02242CC68759}" dt="2025-03-05T09:34:17.334" v="2686" actId="20577"/>
          <ac:spMkLst>
            <pc:docMk/>
            <pc:sldMk cId="2494658520" sldId="280"/>
            <ac:spMk id="19" creationId="{1EA27C65-604F-4A9B-BFE6-7FCFEABFA12F}"/>
          </ac:spMkLst>
        </pc:spChg>
        <pc:cxnChg chg="add mod">
          <ac:chgData name="Kovácsné Pusztai Kinga" userId="1282fdc4-838f-4805-a47a-02b770215156" providerId="ADAL" clId="{A2130244-1C8F-4AEF-81C9-02242CC68759}" dt="2025-02-28T21:03:39.858" v="2135"/>
          <ac:cxnSpMkLst>
            <pc:docMk/>
            <pc:sldMk cId="2494658520" sldId="280"/>
            <ac:cxnSpMk id="14" creationId="{8ED6196E-E63B-2F59-CEB1-AD14E7E94952}"/>
          </ac:cxnSpMkLst>
        </pc:cxnChg>
        <pc:cxnChg chg="add mod">
          <ac:chgData name="Kovácsné Pusztai Kinga" userId="1282fdc4-838f-4805-a47a-02b770215156" providerId="ADAL" clId="{A2130244-1C8F-4AEF-81C9-02242CC68759}" dt="2025-02-28T21:03:39.858" v="2135"/>
          <ac:cxnSpMkLst>
            <pc:docMk/>
            <pc:sldMk cId="2494658520" sldId="280"/>
            <ac:cxnSpMk id="16" creationId="{F8CD7BA4-12B2-9427-4807-EC2DEBEBEA14}"/>
          </ac:cxnSpMkLst>
        </pc:cxnChg>
        <pc:cxnChg chg="add mod">
          <ac:chgData name="Kovácsné Pusztai Kinga" userId="1282fdc4-838f-4805-a47a-02b770215156" providerId="ADAL" clId="{A2130244-1C8F-4AEF-81C9-02242CC68759}" dt="2025-02-28T21:03:39.858" v="2135"/>
          <ac:cxnSpMkLst>
            <pc:docMk/>
            <pc:sldMk cId="2494658520" sldId="280"/>
            <ac:cxnSpMk id="18" creationId="{80B8C42D-F457-457D-C1DC-40695BFB484A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2-28T21:34:26.999" v="2534"/>
        <pc:sldMkLst>
          <pc:docMk/>
          <pc:sldMk cId="956649353" sldId="281"/>
        </pc:sldMkLst>
        <pc:spChg chg="add mod">
          <ac:chgData name="Kovácsné Pusztai Kinga" userId="1282fdc4-838f-4805-a47a-02b770215156" providerId="ADAL" clId="{A2130244-1C8F-4AEF-81C9-02242CC68759}" dt="2025-02-28T21:04:10.028" v="2143" actId="1076"/>
          <ac:spMkLst>
            <pc:docMk/>
            <pc:sldMk cId="956649353" sldId="281"/>
            <ac:spMk id="15" creationId="{4777E213-1124-70F4-40EC-D14615993177}"/>
          </ac:spMkLst>
        </pc:spChg>
        <pc:cxnChg chg="add mod">
          <ac:chgData name="Kovácsné Pusztai Kinga" userId="1282fdc4-838f-4805-a47a-02b770215156" providerId="ADAL" clId="{A2130244-1C8F-4AEF-81C9-02242CC68759}" dt="2025-02-28T21:04:16.533" v="2163" actId="1037"/>
          <ac:cxnSpMkLst>
            <pc:docMk/>
            <pc:sldMk cId="956649353" sldId="281"/>
            <ac:cxnSpMk id="2" creationId="{A471D9B6-AE09-5904-0E0E-F566DA648E2B}"/>
          </ac:cxnSpMkLst>
        </pc:cxnChg>
        <pc:cxnChg chg="add mod">
          <ac:chgData name="Kovácsné Pusztai Kinga" userId="1282fdc4-838f-4805-a47a-02b770215156" providerId="ADAL" clId="{A2130244-1C8F-4AEF-81C9-02242CC68759}" dt="2025-02-28T21:04:40.609" v="2271" actId="1037"/>
          <ac:cxnSpMkLst>
            <pc:docMk/>
            <pc:sldMk cId="956649353" sldId="281"/>
            <ac:cxnSpMk id="14" creationId="{5A41D463-00AA-9C30-2FC4-87D1CB58DEDB}"/>
          </ac:cxnSpMkLst>
        </pc:cxnChg>
        <pc:cxnChg chg="add mod">
          <ac:chgData name="Kovácsné Pusztai Kinga" userId="1282fdc4-838f-4805-a47a-02b770215156" providerId="ADAL" clId="{A2130244-1C8F-4AEF-81C9-02242CC68759}" dt="2025-02-28T21:04:47.281" v="2272" actId="14100"/>
          <ac:cxnSpMkLst>
            <pc:docMk/>
            <pc:sldMk cId="956649353" sldId="281"/>
            <ac:cxnSpMk id="16" creationId="{0AC21684-8DF1-809C-A2C9-4850D95AC01E}"/>
          </ac:cxnSpMkLst>
        </pc:cxnChg>
        <pc:cxnChg chg="add mod">
          <ac:chgData name="Kovácsné Pusztai Kinga" userId="1282fdc4-838f-4805-a47a-02b770215156" providerId="ADAL" clId="{A2130244-1C8F-4AEF-81C9-02242CC68759}" dt="2025-02-28T21:04:33.499" v="2231" actId="1038"/>
          <ac:cxnSpMkLst>
            <pc:docMk/>
            <pc:sldMk cId="956649353" sldId="281"/>
            <ac:cxnSpMk id="17" creationId="{E721129B-15D7-4872-5CB7-ED8A223EE077}"/>
          </ac:cxnSpMkLst>
        </pc:cxnChg>
        <pc:cxnChg chg="add mod">
          <ac:chgData name="Kovácsné Pusztai Kinga" userId="1282fdc4-838f-4805-a47a-02b770215156" providerId="ADAL" clId="{A2130244-1C8F-4AEF-81C9-02242CC68759}" dt="2025-02-28T21:05:02.128" v="2358" actId="1038"/>
          <ac:cxnSpMkLst>
            <pc:docMk/>
            <pc:sldMk cId="956649353" sldId="281"/>
            <ac:cxnSpMk id="19" creationId="{E542F30B-5193-9BE8-6250-C20D5212C20C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5:33.255" v="2698" actId="1076"/>
        <pc:sldMkLst>
          <pc:docMk/>
          <pc:sldMk cId="2253428691" sldId="282"/>
        </pc:sldMkLst>
        <pc:spChg chg="add mod">
          <ac:chgData name="Kovácsné Pusztai Kinga" userId="1282fdc4-838f-4805-a47a-02b770215156" providerId="ADAL" clId="{A2130244-1C8F-4AEF-81C9-02242CC68759}" dt="2025-02-28T21:06:02.230" v="2363" actId="14100"/>
          <ac:spMkLst>
            <pc:docMk/>
            <pc:sldMk cId="2253428691" sldId="282"/>
            <ac:spMk id="2" creationId="{C9875BCE-C2EE-21C8-B99D-BB9FF6308737}"/>
          </ac:spMkLst>
        </pc:spChg>
        <pc:spChg chg="mod">
          <ac:chgData name="Kovácsné Pusztai Kinga" userId="1282fdc4-838f-4805-a47a-02b770215156" providerId="ADAL" clId="{A2130244-1C8F-4AEF-81C9-02242CC68759}" dt="2025-03-05T09:35:28.294" v="2697" actId="1076"/>
          <ac:spMkLst>
            <pc:docMk/>
            <pc:sldMk cId="2253428691" sldId="282"/>
            <ac:spMk id="18" creationId="{274C97B6-2929-4490-BAAE-F38BBBAE369C}"/>
          </ac:spMkLst>
        </pc:spChg>
        <pc:spChg chg="mod">
          <ac:chgData name="Kovácsné Pusztai Kinga" userId="1282fdc4-838f-4805-a47a-02b770215156" providerId="ADAL" clId="{A2130244-1C8F-4AEF-81C9-02242CC68759}" dt="2025-03-05T09:35:07.850" v="2688" actId="20577"/>
          <ac:spMkLst>
            <pc:docMk/>
            <pc:sldMk cId="2253428691" sldId="282"/>
            <ac:spMk id="19" creationId="{0069078A-05E2-4ADB-9C7E-2A18E9BED4F3}"/>
          </ac:spMkLst>
        </pc:spChg>
        <pc:spChg chg="mod">
          <ac:chgData name="Kovácsné Pusztai Kinga" userId="1282fdc4-838f-4805-a47a-02b770215156" providerId="ADAL" clId="{A2130244-1C8F-4AEF-81C9-02242CC68759}" dt="2025-03-05T09:35:18.818" v="2694" actId="14100"/>
          <ac:spMkLst>
            <pc:docMk/>
            <pc:sldMk cId="2253428691" sldId="282"/>
            <ac:spMk id="20" creationId="{C0A2708F-C38B-4010-B1E9-B2E8BF87A54D}"/>
          </ac:spMkLst>
        </pc:spChg>
        <pc:spChg chg="mod">
          <ac:chgData name="Kovácsné Pusztai Kinga" userId="1282fdc4-838f-4805-a47a-02b770215156" providerId="ADAL" clId="{A2130244-1C8F-4AEF-81C9-02242CC68759}" dt="2025-03-05T09:35:33.255" v="2698" actId="1076"/>
          <ac:spMkLst>
            <pc:docMk/>
            <pc:sldMk cId="2253428691" sldId="282"/>
            <ac:spMk id="25" creationId="{152D5D10-6A96-4A27-845E-5868E65B5DE1}"/>
          </ac:spMkLst>
        </pc:spChg>
        <pc:cxnChg chg="add mod">
          <ac:chgData name="Kovácsné Pusztai Kinga" userId="1282fdc4-838f-4805-a47a-02b770215156" providerId="ADAL" clId="{A2130244-1C8F-4AEF-81C9-02242CC68759}" dt="2025-02-28T21:06:22.802" v="2365"/>
          <ac:cxnSpMkLst>
            <pc:docMk/>
            <pc:sldMk cId="2253428691" sldId="282"/>
            <ac:cxnSpMk id="14" creationId="{C6036B24-3ED2-842B-2217-F86F46E94997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5:49.093" v="2702" actId="20577"/>
        <pc:sldMkLst>
          <pc:docMk/>
          <pc:sldMk cId="1920684075" sldId="283"/>
        </pc:sldMkLst>
        <pc:spChg chg="add mod">
          <ac:chgData name="Kovácsné Pusztai Kinga" userId="1282fdc4-838f-4805-a47a-02b770215156" providerId="ADAL" clId="{A2130244-1C8F-4AEF-81C9-02242CC68759}" dt="2025-02-28T21:06:45.792" v="2367"/>
          <ac:spMkLst>
            <pc:docMk/>
            <pc:sldMk cId="1920684075" sldId="283"/>
            <ac:spMk id="14" creationId="{6C3CD7AA-D8D0-A019-06CF-D7F4D7AABAA3}"/>
          </ac:spMkLst>
        </pc:spChg>
        <pc:spChg chg="mod">
          <ac:chgData name="Kovácsné Pusztai Kinga" userId="1282fdc4-838f-4805-a47a-02b770215156" providerId="ADAL" clId="{A2130244-1C8F-4AEF-81C9-02242CC68759}" dt="2025-03-05T09:35:49.093" v="2702" actId="20577"/>
          <ac:spMkLst>
            <pc:docMk/>
            <pc:sldMk cId="1920684075" sldId="283"/>
            <ac:spMk id="17" creationId="{A94F70F9-5415-4F93-9C72-2F0FB1E154B9}"/>
          </ac:spMkLst>
        </pc:spChg>
        <pc:spChg chg="mod">
          <ac:chgData name="Kovácsné Pusztai Kinga" userId="1282fdc4-838f-4805-a47a-02b770215156" providerId="ADAL" clId="{A2130244-1C8F-4AEF-81C9-02242CC68759}" dt="2025-03-05T09:35:45.827" v="2700" actId="20577"/>
          <ac:spMkLst>
            <pc:docMk/>
            <pc:sldMk cId="1920684075" sldId="283"/>
            <ac:spMk id="26" creationId="{EF6ED2A6-1A81-4168-A712-1F68BCDD6C9E}"/>
          </ac:spMkLst>
        </pc:spChg>
        <pc:cxnChg chg="add mod">
          <ac:chgData name="Kovácsné Pusztai Kinga" userId="1282fdc4-838f-4805-a47a-02b770215156" providerId="ADAL" clId="{A2130244-1C8F-4AEF-81C9-02242CC68759}" dt="2025-02-28T21:06:45.792" v="2367"/>
          <ac:cxnSpMkLst>
            <pc:docMk/>
            <pc:sldMk cId="1920684075" sldId="283"/>
            <ac:cxnSpMk id="16" creationId="{AE9502D9-4E26-F39A-5F8D-BA93D299A296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6:07.163" v="2710" actId="14100"/>
        <pc:sldMkLst>
          <pc:docMk/>
          <pc:sldMk cId="929778158" sldId="284"/>
        </pc:sldMkLst>
        <pc:spChg chg="add mod">
          <ac:chgData name="Kovácsné Pusztai Kinga" userId="1282fdc4-838f-4805-a47a-02b770215156" providerId="ADAL" clId="{A2130244-1C8F-4AEF-81C9-02242CC68759}" dt="2025-02-28T21:07:08.472" v="2371" actId="14100"/>
          <ac:spMkLst>
            <pc:docMk/>
            <pc:sldMk cId="929778158" sldId="284"/>
            <ac:spMk id="2" creationId="{E9257C1A-A76D-7EFF-587A-472858165EF1}"/>
          </ac:spMkLst>
        </pc:spChg>
        <pc:spChg chg="mod">
          <ac:chgData name="Kovácsné Pusztai Kinga" userId="1282fdc4-838f-4805-a47a-02b770215156" providerId="ADAL" clId="{A2130244-1C8F-4AEF-81C9-02242CC68759}" dt="2025-03-05T09:36:07.163" v="2710" actId="14100"/>
          <ac:spMkLst>
            <pc:docMk/>
            <pc:sldMk cId="929778158" sldId="284"/>
            <ac:spMk id="16" creationId="{CA68CADD-FF93-46F6-A3CC-078687179011}"/>
          </ac:spMkLst>
        </pc:spChg>
        <pc:spChg chg="mod">
          <ac:chgData name="Kovácsné Pusztai Kinga" userId="1282fdc4-838f-4805-a47a-02b770215156" providerId="ADAL" clId="{A2130244-1C8F-4AEF-81C9-02242CC68759}" dt="2025-03-05T09:35:56.177" v="2704" actId="20577"/>
          <ac:spMkLst>
            <pc:docMk/>
            <pc:sldMk cId="929778158" sldId="284"/>
            <ac:spMk id="19" creationId="{0069078A-05E2-4ADB-9C7E-2A18E9BED4F3}"/>
          </ac:spMkLst>
        </pc:spChg>
        <pc:cxnChg chg="add mod">
          <ac:chgData name="Kovácsné Pusztai Kinga" userId="1282fdc4-838f-4805-a47a-02b770215156" providerId="ADAL" clId="{A2130244-1C8F-4AEF-81C9-02242CC68759}" dt="2025-02-28T21:07:02.042" v="2370" actId="1076"/>
          <ac:cxnSpMkLst>
            <pc:docMk/>
            <pc:sldMk cId="929778158" sldId="284"/>
            <ac:cxnSpMk id="14" creationId="{243B647F-07FA-FD21-E1C9-94AF1A0CB1C9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2-28T21:34:26.999" v="2534"/>
        <pc:sldMkLst>
          <pc:docMk/>
          <pc:sldMk cId="142758412" sldId="285"/>
        </pc:sldMkLst>
        <pc:spChg chg="add mod">
          <ac:chgData name="Kovácsné Pusztai Kinga" userId="1282fdc4-838f-4805-a47a-02b770215156" providerId="ADAL" clId="{A2130244-1C8F-4AEF-81C9-02242CC68759}" dt="2025-02-28T21:07:39.055" v="2375" actId="14100"/>
          <ac:spMkLst>
            <pc:docMk/>
            <pc:sldMk cId="142758412" sldId="285"/>
            <ac:spMk id="14" creationId="{7A4FC086-EE27-6197-4A8C-BD0B3C71F305}"/>
          </ac:spMkLst>
        </pc:spChg>
        <pc:cxnChg chg="add mod">
          <ac:chgData name="Kovácsné Pusztai Kinga" userId="1282fdc4-838f-4805-a47a-02b770215156" providerId="ADAL" clId="{A2130244-1C8F-4AEF-81C9-02242CC68759}" dt="2025-02-28T21:07:32.034" v="2374" actId="1076"/>
          <ac:cxnSpMkLst>
            <pc:docMk/>
            <pc:sldMk cId="142758412" sldId="285"/>
            <ac:cxnSpMk id="16" creationId="{EBD2C55D-3242-16E2-528A-3D30B5930447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2-28T21:34:26.999" v="2534"/>
        <pc:sldMkLst>
          <pc:docMk/>
          <pc:sldMk cId="2634285108" sldId="286"/>
        </pc:sldMkLst>
        <pc:spChg chg="mod">
          <ac:chgData name="Kovácsné Pusztai Kinga" userId="1282fdc4-838f-4805-a47a-02b770215156" providerId="ADAL" clId="{A2130244-1C8F-4AEF-81C9-02242CC68759}" dt="2025-02-28T21:09:41.220" v="2399" actId="1036"/>
          <ac:spMkLst>
            <pc:docMk/>
            <pc:sldMk cId="2634285108" sldId="286"/>
            <ac:spMk id="15" creationId="{10E487C1-A54C-46CA-A29D-AB4CBDDF1D6D}"/>
          </ac:spMkLst>
        </pc:spChg>
        <pc:spChg chg="add mod">
          <ac:chgData name="Kovácsné Pusztai Kinga" userId="1282fdc4-838f-4805-a47a-02b770215156" providerId="ADAL" clId="{A2130244-1C8F-4AEF-81C9-02242CC68759}" dt="2025-02-28T21:09:23.567" v="2388" actId="1076"/>
          <ac:spMkLst>
            <pc:docMk/>
            <pc:sldMk cId="2634285108" sldId="286"/>
            <ac:spMk id="17" creationId="{1D0BC9D8-6759-FD0F-FA9C-B05188854BCE}"/>
          </ac:spMkLst>
        </pc:spChg>
        <pc:cxnChg chg="add mod">
          <ac:chgData name="Kovácsné Pusztai Kinga" userId="1282fdc4-838f-4805-a47a-02b770215156" providerId="ADAL" clId="{A2130244-1C8F-4AEF-81C9-02242CC68759}" dt="2025-02-28T21:08:11.200" v="2378" actId="1076"/>
          <ac:cxnSpMkLst>
            <pc:docMk/>
            <pc:sldMk cId="2634285108" sldId="286"/>
            <ac:cxnSpMk id="14" creationId="{7675D1C6-A035-5354-09EA-1A6C6A3CA2D3}"/>
          </ac:cxnSpMkLst>
        </pc:cxnChg>
        <pc:cxnChg chg="add mod">
          <ac:chgData name="Kovácsné Pusztai Kinga" userId="1282fdc4-838f-4805-a47a-02b770215156" providerId="ADAL" clId="{A2130244-1C8F-4AEF-81C9-02242CC68759}" dt="2025-02-28T21:08:22.187" v="2381" actId="1076"/>
          <ac:cxnSpMkLst>
            <pc:docMk/>
            <pc:sldMk cId="2634285108" sldId="286"/>
            <ac:cxnSpMk id="16" creationId="{431D4B80-AE7B-E4A9-CC04-F6D73A2569F8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2-28T21:34:26.999" v="2534"/>
        <pc:sldMkLst>
          <pc:docMk/>
          <pc:sldMk cId="1885759208" sldId="287"/>
        </pc:sldMkLst>
        <pc:spChg chg="add mod">
          <ac:chgData name="Kovácsné Pusztai Kinga" userId="1282fdc4-838f-4805-a47a-02b770215156" providerId="ADAL" clId="{A2130244-1C8F-4AEF-81C9-02242CC68759}" dt="2025-02-28T21:09:06.420" v="2386"/>
          <ac:spMkLst>
            <pc:docMk/>
            <pc:sldMk cId="1885759208" sldId="287"/>
            <ac:spMk id="3" creationId="{25782E70-C342-109F-9730-65D3E6A0A400}"/>
          </ac:spMkLst>
        </pc:spChg>
      </pc:sldChg>
      <pc:sldChg chg="modSp add mod">
        <pc:chgData name="Kovácsné Pusztai Kinga" userId="1282fdc4-838f-4805-a47a-02b770215156" providerId="ADAL" clId="{A2130244-1C8F-4AEF-81C9-02242CC68759}" dt="2025-02-25T15:42:20.865" v="1615" actId="1076"/>
        <pc:sldMkLst>
          <pc:docMk/>
          <pc:sldMk cId="48050062" sldId="305"/>
        </pc:sldMkLst>
        <pc:spChg chg="mod">
          <ac:chgData name="Kovácsné Pusztai Kinga" userId="1282fdc4-838f-4805-a47a-02b770215156" providerId="ADAL" clId="{A2130244-1C8F-4AEF-81C9-02242CC68759}" dt="2025-02-25T15:42:17.160" v="1614" actId="14100"/>
          <ac:spMkLst>
            <pc:docMk/>
            <pc:sldMk cId="48050062" sldId="305"/>
            <ac:spMk id="2" creationId="{7CE3E27B-C0D2-687C-91E9-AA51A4534E39}"/>
          </ac:spMkLst>
        </pc:spChg>
        <pc:spChg chg="mod">
          <ac:chgData name="Kovácsné Pusztai Kinga" userId="1282fdc4-838f-4805-a47a-02b770215156" providerId="ADAL" clId="{A2130244-1C8F-4AEF-81C9-02242CC68759}" dt="2025-02-25T15:42:20.865" v="1615" actId="1076"/>
          <ac:spMkLst>
            <pc:docMk/>
            <pc:sldMk cId="48050062" sldId="305"/>
            <ac:spMk id="3" creationId="{B2253D2E-D2FA-577A-E1F7-B012A9D79A3A}"/>
          </ac:spMkLst>
        </pc:spChg>
      </pc:sldChg>
      <pc:sldChg chg="addSp modSp add mod setBg">
        <pc:chgData name="Kovácsné Pusztai Kinga" userId="1282fdc4-838f-4805-a47a-02b770215156" providerId="ADAL" clId="{A2130244-1C8F-4AEF-81C9-02242CC68759}" dt="2025-03-05T09:26:05.838" v="2559" actId="20577"/>
        <pc:sldMkLst>
          <pc:docMk/>
          <pc:sldMk cId="542180165" sldId="306"/>
        </pc:sldMkLst>
        <pc:spChg chg="add mod">
          <ac:chgData name="Kovácsné Pusztai Kinga" userId="1282fdc4-838f-4805-a47a-02b770215156" providerId="ADAL" clId="{A2130244-1C8F-4AEF-81C9-02242CC68759}" dt="2025-02-28T20:38:28.855" v="1800"/>
          <ac:spMkLst>
            <pc:docMk/>
            <pc:sldMk cId="542180165" sldId="306"/>
            <ac:spMk id="2" creationId="{7C93C270-CE90-8470-E59D-BA088211343C}"/>
          </ac:spMkLst>
        </pc:spChg>
        <pc:spChg chg="mod">
          <ac:chgData name="Kovácsné Pusztai Kinga" userId="1282fdc4-838f-4805-a47a-02b770215156" providerId="ADAL" clId="{A2130244-1C8F-4AEF-81C9-02242CC68759}" dt="2025-03-05T09:26:05.838" v="2559" actId="20577"/>
          <ac:spMkLst>
            <pc:docMk/>
            <pc:sldMk cId="542180165" sldId="306"/>
            <ac:spMk id="18" creationId="{BF9F61A0-7A34-41A8-BAF8-A5DA8B4D27DF}"/>
          </ac:spMkLst>
        </pc:spChg>
        <pc:spChg chg="mod">
          <ac:chgData name="Kovácsné Pusztai Kinga" userId="1282fdc4-838f-4805-a47a-02b770215156" providerId="ADAL" clId="{A2130244-1C8F-4AEF-81C9-02242CC68759}" dt="2025-02-28T20:44:05.468" v="1873" actId="1076"/>
          <ac:spMkLst>
            <pc:docMk/>
            <pc:sldMk cId="542180165" sldId="306"/>
            <ac:spMk id="26" creationId="{F87AFFF8-5D1E-45B6-A633-7E27A10AC409}"/>
          </ac:spMkLst>
        </pc:spChg>
        <pc:spChg chg="mod">
          <ac:chgData name="Kovácsné Pusztai Kinga" userId="1282fdc4-838f-4805-a47a-02b770215156" providerId="ADAL" clId="{A2130244-1C8F-4AEF-81C9-02242CC68759}" dt="2025-03-01T19:39:51.532" v="2547" actId="20577"/>
          <ac:spMkLst>
            <pc:docMk/>
            <pc:sldMk cId="542180165" sldId="306"/>
            <ac:spMk id="27" creationId="{09877561-ED94-4937-B0A3-000006464796}"/>
          </ac:spMkLst>
        </pc:spChg>
        <pc:spChg chg="mod">
          <ac:chgData name="Kovácsné Pusztai Kinga" userId="1282fdc4-838f-4805-a47a-02b770215156" providerId="ADAL" clId="{A2130244-1C8F-4AEF-81C9-02242CC68759}" dt="2025-02-28T20:44:27.827" v="1874" actId="1076"/>
          <ac:spMkLst>
            <pc:docMk/>
            <pc:sldMk cId="542180165" sldId="306"/>
            <ac:spMk id="28" creationId="{0E3B23B7-3032-4BD4-BC88-CA698EA5765E}"/>
          </ac:spMkLst>
        </pc:spChg>
      </pc:sldChg>
      <pc:sldChg chg="addSp modSp add mod setBg">
        <pc:chgData name="Kovácsné Pusztai Kinga" userId="1282fdc4-838f-4805-a47a-02b770215156" providerId="ADAL" clId="{A2130244-1C8F-4AEF-81C9-02242CC68759}" dt="2025-03-05T09:26:23.763" v="2563" actId="20577"/>
        <pc:sldMkLst>
          <pc:docMk/>
          <pc:sldMk cId="815923910" sldId="307"/>
        </pc:sldMkLst>
        <pc:spChg chg="add mod">
          <ac:chgData name="Kovácsné Pusztai Kinga" userId="1282fdc4-838f-4805-a47a-02b770215156" providerId="ADAL" clId="{A2130244-1C8F-4AEF-81C9-02242CC68759}" dt="2025-02-28T20:38:50.277" v="1803"/>
          <ac:spMkLst>
            <pc:docMk/>
            <pc:sldMk cId="815923910" sldId="307"/>
            <ac:spMk id="2" creationId="{2B2A685E-3BBB-E9F4-E109-ABD2A4C9CAD4}"/>
          </ac:spMkLst>
        </pc:spChg>
        <pc:spChg chg="mod">
          <ac:chgData name="Kovácsné Pusztai Kinga" userId="1282fdc4-838f-4805-a47a-02b770215156" providerId="ADAL" clId="{A2130244-1C8F-4AEF-81C9-02242CC68759}" dt="2025-03-05T09:26:23.763" v="2563" actId="20577"/>
          <ac:spMkLst>
            <pc:docMk/>
            <pc:sldMk cId="815923910" sldId="307"/>
            <ac:spMk id="17" creationId="{F5CC9F8E-2E03-4311-A702-55DA9BB818FD}"/>
          </ac:spMkLst>
        </pc:spChg>
        <pc:spChg chg="mod">
          <ac:chgData name="Kovácsné Pusztai Kinga" userId="1282fdc4-838f-4805-a47a-02b770215156" providerId="ADAL" clId="{A2130244-1C8F-4AEF-81C9-02242CC68759}" dt="2025-03-05T09:26:19.515" v="2561" actId="20577"/>
          <ac:spMkLst>
            <pc:docMk/>
            <pc:sldMk cId="815923910" sldId="307"/>
            <ac:spMk id="28" creationId="{43B4E83C-6CB4-4B6B-A592-2E3084CCCCF3}"/>
          </ac:spMkLst>
        </pc:spChg>
        <pc:spChg chg="mod">
          <ac:chgData name="Kovácsné Pusztai Kinga" userId="1282fdc4-838f-4805-a47a-02b770215156" providerId="ADAL" clId="{A2130244-1C8F-4AEF-81C9-02242CC68759}" dt="2025-02-28T20:43:51.074" v="1872" actId="1076"/>
          <ac:spMkLst>
            <pc:docMk/>
            <pc:sldMk cId="815923910" sldId="307"/>
            <ac:spMk id="29" creationId="{22AEF4F5-3B16-49E0-8FFC-A624A8F47BDE}"/>
          </ac:spMkLst>
        </pc:spChg>
      </pc:sldChg>
      <pc:sldChg chg="addSp modSp add mod setBg">
        <pc:chgData name="Kovácsné Pusztai Kinga" userId="1282fdc4-838f-4805-a47a-02b770215156" providerId="ADAL" clId="{A2130244-1C8F-4AEF-81C9-02242CC68759}" dt="2025-03-05T09:26:41.029" v="2567" actId="20577"/>
        <pc:sldMkLst>
          <pc:docMk/>
          <pc:sldMk cId="2796893616" sldId="308"/>
        </pc:sldMkLst>
        <pc:spChg chg="add mod">
          <ac:chgData name="Kovácsné Pusztai Kinga" userId="1282fdc4-838f-4805-a47a-02b770215156" providerId="ADAL" clId="{A2130244-1C8F-4AEF-81C9-02242CC68759}" dt="2025-02-28T20:39:26.189" v="1808"/>
          <ac:spMkLst>
            <pc:docMk/>
            <pc:sldMk cId="2796893616" sldId="308"/>
            <ac:spMk id="2" creationId="{06337A59-5068-6B29-1C50-486C79325781}"/>
          </ac:spMkLst>
        </pc:spChg>
        <pc:spChg chg="mod">
          <ac:chgData name="Kovácsné Pusztai Kinga" userId="1282fdc4-838f-4805-a47a-02b770215156" providerId="ADAL" clId="{A2130244-1C8F-4AEF-81C9-02242CC68759}" dt="2025-03-05T09:26:41.029" v="2567" actId="20577"/>
          <ac:spMkLst>
            <pc:docMk/>
            <pc:sldMk cId="2796893616" sldId="308"/>
            <ac:spMk id="17" creationId="{BCF6EB77-2558-4651-A7A0-F7681C75C54E}"/>
          </ac:spMkLst>
        </pc:spChg>
        <pc:spChg chg="mod">
          <ac:chgData name="Kovácsné Pusztai Kinga" userId="1282fdc4-838f-4805-a47a-02b770215156" providerId="ADAL" clId="{A2130244-1C8F-4AEF-81C9-02242CC68759}" dt="2025-03-05T09:26:34.557" v="2565" actId="20577"/>
          <ac:spMkLst>
            <pc:docMk/>
            <pc:sldMk cId="2796893616" sldId="308"/>
            <ac:spMk id="26" creationId="{128690C3-8F8D-4530-8363-0A0A2F7D2807}"/>
          </ac:spMkLst>
        </pc:spChg>
        <pc:spChg chg="mod">
          <ac:chgData name="Kovácsné Pusztai Kinga" userId="1282fdc4-838f-4805-a47a-02b770215156" providerId="ADAL" clId="{A2130244-1C8F-4AEF-81C9-02242CC68759}" dt="2025-02-28T20:43:39.960" v="1871" actId="1076"/>
          <ac:spMkLst>
            <pc:docMk/>
            <pc:sldMk cId="2796893616" sldId="308"/>
            <ac:spMk id="27" creationId="{CCAC7714-CA4D-47C9-9161-CD38820E9B19}"/>
          </ac:spMkLst>
        </pc:spChg>
      </pc:sldChg>
      <pc:sldChg chg="addSp modSp add mod setBg">
        <pc:chgData name="Kovácsné Pusztai Kinga" userId="1282fdc4-838f-4805-a47a-02b770215156" providerId="ADAL" clId="{A2130244-1C8F-4AEF-81C9-02242CC68759}" dt="2025-03-05T09:26:56.378" v="2571" actId="20577"/>
        <pc:sldMkLst>
          <pc:docMk/>
          <pc:sldMk cId="2436494345" sldId="309"/>
        </pc:sldMkLst>
        <pc:spChg chg="add mod">
          <ac:chgData name="Kovácsné Pusztai Kinga" userId="1282fdc4-838f-4805-a47a-02b770215156" providerId="ADAL" clId="{A2130244-1C8F-4AEF-81C9-02242CC68759}" dt="2025-02-28T20:43:09.556" v="1850"/>
          <ac:spMkLst>
            <pc:docMk/>
            <pc:sldMk cId="2436494345" sldId="309"/>
            <ac:spMk id="3" creationId="{0D8E4E2B-E569-09A3-BF6B-E116EBC862F8}"/>
          </ac:spMkLst>
        </pc:spChg>
        <pc:spChg chg="mod">
          <ac:chgData name="Kovácsné Pusztai Kinga" userId="1282fdc4-838f-4805-a47a-02b770215156" providerId="ADAL" clId="{A2130244-1C8F-4AEF-81C9-02242CC68759}" dt="2025-03-05T09:26:56.378" v="2571" actId="20577"/>
          <ac:spMkLst>
            <pc:docMk/>
            <pc:sldMk cId="2436494345" sldId="309"/>
            <ac:spMk id="18" creationId="{E1A49281-715D-4CD5-878F-8254C2F0065A}"/>
          </ac:spMkLst>
        </pc:spChg>
        <pc:spChg chg="mod">
          <ac:chgData name="Kovácsné Pusztai Kinga" userId="1282fdc4-838f-4805-a47a-02b770215156" providerId="ADAL" clId="{A2130244-1C8F-4AEF-81C9-02242CC68759}" dt="2025-03-05T09:26:51.647" v="2569" actId="6549"/>
          <ac:spMkLst>
            <pc:docMk/>
            <pc:sldMk cId="2436494345" sldId="309"/>
            <ac:spMk id="27" creationId="{1CDC985B-AD61-4678-842A-527861A67068}"/>
          </ac:spMkLst>
        </pc:spChg>
        <pc:spChg chg="mod">
          <ac:chgData name="Kovácsné Pusztai Kinga" userId="1282fdc4-838f-4805-a47a-02b770215156" providerId="ADAL" clId="{A2130244-1C8F-4AEF-81C9-02242CC68759}" dt="2025-02-28T20:43:25.537" v="1870" actId="1036"/>
          <ac:spMkLst>
            <pc:docMk/>
            <pc:sldMk cId="2436494345" sldId="309"/>
            <ac:spMk id="28" creationId="{C138FCC0-50EF-4568-9C06-804EA7DFEBF9}"/>
          </ac:spMkLst>
        </pc:spChg>
        <pc:spChg chg="mod">
          <ac:chgData name="Kovácsné Pusztai Kinga" userId="1282fdc4-838f-4805-a47a-02b770215156" providerId="ADAL" clId="{A2130244-1C8F-4AEF-81C9-02242CC68759}" dt="2025-02-28T20:43:25.537" v="1870" actId="1036"/>
          <ac:spMkLst>
            <pc:docMk/>
            <pc:sldMk cId="2436494345" sldId="309"/>
            <ac:spMk id="29" creationId="{E5838952-E8ED-490B-AB1E-BC4438DB0390}"/>
          </ac:spMkLst>
        </pc:spChg>
      </pc:sldChg>
      <pc:sldChg chg="addSp modSp add mod setBg">
        <pc:chgData name="Kovácsné Pusztai Kinga" userId="1282fdc4-838f-4805-a47a-02b770215156" providerId="ADAL" clId="{A2130244-1C8F-4AEF-81C9-02242CC68759}" dt="2025-03-05T09:27:16.001" v="2577" actId="20577"/>
        <pc:sldMkLst>
          <pc:docMk/>
          <pc:sldMk cId="2464748480" sldId="310"/>
        </pc:sldMkLst>
        <pc:spChg chg="add mod">
          <ac:chgData name="Kovácsné Pusztai Kinga" userId="1282fdc4-838f-4805-a47a-02b770215156" providerId="ADAL" clId="{A2130244-1C8F-4AEF-81C9-02242CC68759}" dt="2025-02-28T20:45:54.888" v="1885"/>
          <ac:spMkLst>
            <pc:docMk/>
            <pc:sldMk cId="2464748480" sldId="310"/>
            <ac:spMk id="2" creationId="{1959BC0E-AC80-8B1F-7734-2598A9257C1F}"/>
          </ac:spMkLst>
        </pc:spChg>
        <pc:spChg chg="mod">
          <ac:chgData name="Kovácsné Pusztai Kinga" userId="1282fdc4-838f-4805-a47a-02b770215156" providerId="ADAL" clId="{A2130244-1C8F-4AEF-81C9-02242CC68759}" dt="2025-03-05T09:27:16.001" v="2577" actId="20577"/>
          <ac:spMkLst>
            <pc:docMk/>
            <pc:sldMk cId="2464748480" sldId="310"/>
            <ac:spMk id="18" creationId="{7A7A434D-1BF6-4C01-BAFF-F4FD4C9C5C3F}"/>
          </ac:spMkLst>
        </pc:spChg>
        <pc:spChg chg="mod">
          <ac:chgData name="Kovácsné Pusztai Kinga" userId="1282fdc4-838f-4805-a47a-02b770215156" providerId="ADAL" clId="{A2130244-1C8F-4AEF-81C9-02242CC68759}" dt="2025-02-28T20:45:45.461" v="1883" actId="1076"/>
          <ac:spMkLst>
            <pc:docMk/>
            <pc:sldMk cId="2464748480" sldId="310"/>
            <ac:spMk id="26" creationId="{6E903C0D-FE11-4F00-BFC6-56BF50FC4FAD}"/>
          </ac:spMkLst>
        </pc:spChg>
        <pc:spChg chg="mod">
          <ac:chgData name="Kovácsné Pusztai Kinga" userId="1282fdc4-838f-4805-a47a-02b770215156" providerId="ADAL" clId="{A2130244-1C8F-4AEF-81C9-02242CC68759}" dt="2025-03-05T09:27:04.488" v="2573" actId="20577"/>
          <ac:spMkLst>
            <pc:docMk/>
            <pc:sldMk cId="2464748480" sldId="310"/>
            <ac:spMk id="27" creationId="{39C24DC3-CF73-4B09-870D-5254686CED0D}"/>
          </ac:spMkLst>
        </pc:spChg>
        <pc:spChg chg="mod">
          <ac:chgData name="Kovácsné Pusztai Kinga" userId="1282fdc4-838f-4805-a47a-02b770215156" providerId="ADAL" clId="{A2130244-1C8F-4AEF-81C9-02242CC68759}" dt="2025-02-28T20:45:53.284" v="1884" actId="1076"/>
          <ac:spMkLst>
            <pc:docMk/>
            <pc:sldMk cId="2464748480" sldId="310"/>
            <ac:spMk id="28" creationId="{9AAB5F53-C0D1-4403-AEF4-D5B063AE04E8}"/>
          </ac:spMkLst>
        </pc:spChg>
      </pc:sldChg>
      <pc:sldChg chg="addSp modSp add mod setBg">
        <pc:chgData name="Kovácsné Pusztai Kinga" userId="1282fdc4-838f-4805-a47a-02b770215156" providerId="ADAL" clId="{A2130244-1C8F-4AEF-81C9-02242CC68759}" dt="2025-03-05T09:28:57.384" v="2591" actId="1076"/>
        <pc:sldMkLst>
          <pc:docMk/>
          <pc:sldMk cId="380920144" sldId="311"/>
        </pc:sldMkLst>
        <pc:spChg chg="add mod">
          <ac:chgData name="Kovácsné Pusztai Kinga" userId="1282fdc4-838f-4805-a47a-02b770215156" providerId="ADAL" clId="{A2130244-1C8F-4AEF-81C9-02242CC68759}" dt="2025-03-05T09:28:56.084" v="2589" actId="14100"/>
          <ac:spMkLst>
            <pc:docMk/>
            <pc:sldMk cId="380920144" sldId="311"/>
            <ac:spMk id="2" creationId="{9C62AA43-4762-F71F-DD7B-887D69B81850}"/>
          </ac:spMkLst>
        </pc:spChg>
        <pc:spChg chg="mod">
          <ac:chgData name="Kovácsné Pusztai Kinga" userId="1282fdc4-838f-4805-a47a-02b770215156" providerId="ADAL" clId="{A2130244-1C8F-4AEF-81C9-02242CC68759}" dt="2025-03-05T09:28:57.384" v="2591" actId="1076"/>
          <ac:spMkLst>
            <pc:docMk/>
            <pc:sldMk cId="380920144" sldId="311"/>
            <ac:spMk id="18" creationId="{323ECE03-A9D1-4DB4-A6F9-38598660BFAA}"/>
          </ac:spMkLst>
        </pc:spChg>
        <pc:spChg chg="mod">
          <ac:chgData name="Kovácsné Pusztai Kinga" userId="1282fdc4-838f-4805-a47a-02b770215156" providerId="ADAL" clId="{A2130244-1C8F-4AEF-81C9-02242CC68759}" dt="2025-02-28T20:46:31.489" v="1889" actId="1076"/>
          <ac:spMkLst>
            <pc:docMk/>
            <pc:sldMk cId="380920144" sldId="311"/>
            <ac:spMk id="26" creationId="{6E903C0D-FE11-4F00-BFC6-56BF50FC4FAD}"/>
          </ac:spMkLst>
        </pc:spChg>
        <pc:spChg chg="mod">
          <ac:chgData name="Kovácsné Pusztai Kinga" userId="1282fdc4-838f-4805-a47a-02b770215156" providerId="ADAL" clId="{A2130244-1C8F-4AEF-81C9-02242CC68759}" dt="2025-03-05T09:27:24.260" v="2579" actId="20577"/>
          <ac:spMkLst>
            <pc:docMk/>
            <pc:sldMk cId="380920144" sldId="311"/>
            <ac:spMk id="27" creationId="{C94DC56C-0A84-4046-8AC0-124F2EC95B71}"/>
          </ac:spMkLst>
        </pc:spChg>
        <pc:spChg chg="mod">
          <ac:chgData name="Kovácsné Pusztai Kinga" userId="1282fdc4-838f-4805-a47a-02b770215156" providerId="ADAL" clId="{A2130244-1C8F-4AEF-81C9-02242CC68759}" dt="2025-02-28T20:46:18.307" v="1887" actId="1076"/>
          <ac:spMkLst>
            <pc:docMk/>
            <pc:sldMk cId="380920144" sldId="311"/>
            <ac:spMk id="28" creationId="{3F16AD6D-5B9C-4F46-9F86-464B6E9F107D}"/>
          </ac:spMkLst>
        </pc:spChg>
      </pc:sldChg>
      <pc:sldChg chg="addSp modSp add mod setBg">
        <pc:chgData name="Kovácsné Pusztai Kinga" userId="1282fdc4-838f-4805-a47a-02b770215156" providerId="ADAL" clId="{A2130244-1C8F-4AEF-81C9-02242CC68759}" dt="2025-03-05T09:29:39.485" v="2603" actId="6549"/>
        <pc:sldMkLst>
          <pc:docMk/>
          <pc:sldMk cId="726625625" sldId="312"/>
        </pc:sldMkLst>
        <pc:spChg chg="add mod">
          <ac:chgData name="Kovácsné Pusztai Kinga" userId="1282fdc4-838f-4805-a47a-02b770215156" providerId="ADAL" clId="{A2130244-1C8F-4AEF-81C9-02242CC68759}" dt="2025-02-28T20:47:58.033" v="1896"/>
          <ac:spMkLst>
            <pc:docMk/>
            <pc:sldMk cId="726625625" sldId="312"/>
            <ac:spMk id="2" creationId="{ABB892B9-924C-726E-B880-5DF48491AA65}"/>
          </ac:spMkLst>
        </pc:spChg>
        <pc:spChg chg="mod">
          <ac:chgData name="Kovácsné Pusztai Kinga" userId="1282fdc4-838f-4805-a47a-02b770215156" providerId="ADAL" clId="{A2130244-1C8F-4AEF-81C9-02242CC68759}" dt="2025-03-05T09:29:39.485" v="2603" actId="6549"/>
          <ac:spMkLst>
            <pc:docMk/>
            <pc:sldMk cId="726625625" sldId="312"/>
            <ac:spMk id="19" creationId="{E3C9B183-1E14-475F-9244-06A59D90192E}"/>
          </ac:spMkLst>
        </pc:spChg>
        <pc:spChg chg="mod">
          <ac:chgData name="Kovácsné Pusztai Kinga" userId="1282fdc4-838f-4805-a47a-02b770215156" providerId="ADAL" clId="{A2130244-1C8F-4AEF-81C9-02242CC68759}" dt="2025-03-05T09:29:34.399" v="2601" actId="14100"/>
          <ac:spMkLst>
            <pc:docMk/>
            <pc:sldMk cId="726625625" sldId="312"/>
            <ac:spMk id="20" creationId="{B4AEC9B9-4B8F-48FB-8A47-2F8C3CE6510A}"/>
          </ac:spMkLst>
        </pc:spChg>
        <pc:spChg chg="mod">
          <ac:chgData name="Kovácsné Pusztai Kinga" userId="1282fdc4-838f-4805-a47a-02b770215156" providerId="ADAL" clId="{A2130244-1C8F-4AEF-81C9-02242CC68759}" dt="2025-03-05T09:29:22.902" v="2595" actId="20577"/>
          <ac:spMkLst>
            <pc:docMk/>
            <pc:sldMk cId="726625625" sldId="312"/>
            <ac:spMk id="28" creationId="{7325CDF1-731F-4ABC-BA0C-4596A9B53DB0}"/>
          </ac:spMkLst>
        </pc:spChg>
        <pc:spChg chg="mod">
          <ac:chgData name="Kovácsné Pusztai Kinga" userId="1282fdc4-838f-4805-a47a-02b770215156" providerId="ADAL" clId="{A2130244-1C8F-4AEF-81C9-02242CC68759}" dt="2025-02-28T20:47:52.293" v="1894" actId="1076"/>
          <ac:spMkLst>
            <pc:docMk/>
            <pc:sldMk cId="726625625" sldId="312"/>
            <ac:spMk id="29" creationId="{17323D7C-BD7A-406E-AA1A-7501B7E49925}"/>
          </ac:spMkLst>
        </pc:spChg>
        <pc:cxnChg chg="mod">
          <ac:chgData name="Kovácsné Pusztai Kinga" userId="1282fdc4-838f-4805-a47a-02b770215156" providerId="ADAL" clId="{A2130244-1C8F-4AEF-81C9-02242CC68759}" dt="2025-02-28T20:48:33.917" v="1900" actId="14100"/>
          <ac:cxnSpMkLst>
            <pc:docMk/>
            <pc:sldMk cId="726625625" sldId="312"/>
            <ac:cxnSpMk id="3" creationId="{B28C34D6-3C15-4078-A8E9-05CE0914A53C}"/>
          </ac:cxnSpMkLst>
        </pc:cxnChg>
        <pc:cxnChg chg="mod">
          <ac:chgData name="Kovácsné Pusztai Kinga" userId="1282fdc4-838f-4805-a47a-02b770215156" providerId="ADAL" clId="{A2130244-1C8F-4AEF-81C9-02242CC68759}" dt="2025-02-28T20:48:18.612" v="1898" actId="14100"/>
          <ac:cxnSpMkLst>
            <pc:docMk/>
            <pc:sldMk cId="726625625" sldId="312"/>
            <ac:cxnSpMk id="26" creationId="{AFFE686B-6662-4691-BC69-A0E8BD5C5361}"/>
          </ac:cxnSpMkLst>
        </pc:cxnChg>
      </pc:sldChg>
      <pc:sldChg chg="addSp modSp add mod setBg">
        <pc:chgData name="Kovácsné Pusztai Kinga" userId="1282fdc4-838f-4805-a47a-02b770215156" providerId="ADAL" clId="{A2130244-1C8F-4AEF-81C9-02242CC68759}" dt="2025-03-05T09:29:57.203" v="2609" actId="20577"/>
        <pc:sldMkLst>
          <pc:docMk/>
          <pc:sldMk cId="2791047883" sldId="313"/>
        </pc:sldMkLst>
        <pc:spChg chg="mod">
          <ac:chgData name="Kovácsné Pusztai Kinga" userId="1282fdc4-838f-4805-a47a-02b770215156" providerId="ADAL" clId="{A2130244-1C8F-4AEF-81C9-02242CC68759}" dt="2025-03-05T09:29:57.203" v="2609" actId="20577"/>
          <ac:spMkLst>
            <pc:docMk/>
            <pc:sldMk cId="2791047883" sldId="313"/>
            <ac:spMk id="19" creationId="{745D39BB-CB47-4EDC-9330-42E550C925C1}"/>
          </ac:spMkLst>
        </pc:spChg>
        <pc:spChg chg="add mod">
          <ac:chgData name="Kovácsné Pusztai Kinga" userId="1282fdc4-838f-4805-a47a-02b770215156" providerId="ADAL" clId="{A2130244-1C8F-4AEF-81C9-02242CC68759}" dt="2025-02-28T20:49:51.504" v="1906"/>
          <ac:spMkLst>
            <pc:docMk/>
            <pc:sldMk cId="2791047883" sldId="313"/>
            <ac:spMk id="25" creationId="{36FA57CD-3C2B-0D50-6AA9-CA14F55085A6}"/>
          </ac:spMkLst>
        </pc:spChg>
        <pc:spChg chg="mod">
          <ac:chgData name="Kovácsné Pusztai Kinga" userId="1282fdc4-838f-4805-a47a-02b770215156" providerId="ADAL" clId="{A2130244-1C8F-4AEF-81C9-02242CC68759}" dt="2025-03-05T09:29:47.692" v="2605" actId="20577"/>
          <ac:spMkLst>
            <pc:docMk/>
            <pc:sldMk cId="2791047883" sldId="313"/>
            <ac:spMk id="27" creationId="{A3CC4DFA-2579-4E9A-B6EA-4A9DACE260E6}"/>
          </ac:spMkLst>
        </pc:spChg>
        <pc:spChg chg="mod">
          <ac:chgData name="Kovácsné Pusztai Kinga" userId="1282fdc4-838f-4805-a47a-02b770215156" providerId="ADAL" clId="{A2130244-1C8F-4AEF-81C9-02242CC68759}" dt="2025-02-28T20:49:04.665" v="1901" actId="1076"/>
          <ac:spMkLst>
            <pc:docMk/>
            <pc:sldMk cId="2791047883" sldId="313"/>
            <ac:spMk id="28" creationId="{717A108D-3936-4207-8780-FFEB6713B861}"/>
          </ac:spMkLst>
        </pc:spChg>
        <pc:cxnChg chg="mod">
          <ac:chgData name="Kovácsné Pusztai Kinga" userId="1282fdc4-838f-4805-a47a-02b770215156" providerId="ADAL" clId="{A2130244-1C8F-4AEF-81C9-02242CC68759}" dt="2025-02-28T20:49:43.581" v="1905" actId="14100"/>
          <ac:cxnSpMkLst>
            <pc:docMk/>
            <pc:sldMk cId="2791047883" sldId="313"/>
            <ac:cxnSpMk id="3" creationId="{B28C34D6-3C15-4078-A8E9-05CE0914A53C}"/>
          </ac:cxnSpMkLst>
        </pc:cxnChg>
        <pc:cxnChg chg="mod">
          <ac:chgData name="Kovácsné Pusztai Kinga" userId="1282fdc4-838f-4805-a47a-02b770215156" providerId="ADAL" clId="{A2130244-1C8F-4AEF-81C9-02242CC68759}" dt="2025-02-28T20:49:43.581" v="1905" actId="14100"/>
          <ac:cxnSpMkLst>
            <pc:docMk/>
            <pc:sldMk cId="2791047883" sldId="313"/>
            <ac:cxnSpMk id="26" creationId="{AFFE686B-6662-4691-BC69-A0E8BD5C5361}"/>
          </ac:cxnSpMkLst>
        </pc:cxnChg>
      </pc:sldChg>
      <pc:sldChg chg="addSp modSp add mod setBg">
        <pc:chgData name="Kovácsné Pusztai Kinga" userId="1282fdc4-838f-4805-a47a-02b770215156" providerId="ADAL" clId="{A2130244-1C8F-4AEF-81C9-02242CC68759}" dt="2025-03-05T09:30:13.973" v="2613" actId="20577"/>
        <pc:sldMkLst>
          <pc:docMk/>
          <pc:sldMk cId="545912683" sldId="314"/>
        </pc:sldMkLst>
        <pc:spChg chg="add mod">
          <ac:chgData name="Kovácsné Pusztai Kinga" userId="1282fdc4-838f-4805-a47a-02b770215156" providerId="ADAL" clId="{A2130244-1C8F-4AEF-81C9-02242CC68759}" dt="2025-02-28T20:52:36.317" v="1912"/>
          <ac:spMkLst>
            <pc:docMk/>
            <pc:sldMk cId="545912683" sldId="314"/>
            <ac:spMk id="18" creationId="{86BBF521-44BE-E423-B972-4C9EBC508873}"/>
          </ac:spMkLst>
        </pc:spChg>
        <pc:spChg chg="mod">
          <ac:chgData name="Kovácsné Pusztai Kinga" userId="1282fdc4-838f-4805-a47a-02b770215156" providerId="ADAL" clId="{A2130244-1C8F-4AEF-81C9-02242CC68759}" dt="2025-03-05T09:30:13.973" v="2613" actId="20577"/>
          <ac:spMkLst>
            <pc:docMk/>
            <pc:sldMk cId="545912683" sldId="314"/>
            <ac:spMk id="19" creationId="{1FBF8876-8EA8-420F-9F4D-979EF05882A6}"/>
          </ac:spMkLst>
        </pc:spChg>
        <pc:spChg chg="mod">
          <ac:chgData name="Kovácsné Pusztai Kinga" userId="1282fdc4-838f-4805-a47a-02b770215156" providerId="ADAL" clId="{A2130244-1C8F-4AEF-81C9-02242CC68759}" dt="2025-03-05T09:30:04.341" v="2611" actId="20577"/>
          <ac:spMkLst>
            <pc:docMk/>
            <pc:sldMk cId="545912683" sldId="314"/>
            <ac:spMk id="27" creationId="{B11D95F4-F109-4208-80A7-DF3549CBA1B8}"/>
          </ac:spMkLst>
        </pc:spChg>
        <pc:spChg chg="mod">
          <ac:chgData name="Kovácsné Pusztai Kinga" userId="1282fdc4-838f-4805-a47a-02b770215156" providerId="ADAL" clId="{A2130244-1C8F-4AEF-81C9-02242CC68759}" dt="2025-02-28T20:52:13.744" v="1907" actId="1076"/>
          <ac:spMkLst>
            <pc:docMk/>
            <pc:sldMk cId="545912683" sldId="314"/>
            <ac:spMk id="28" creationId="{83B59871-6826-4205-BA8B-5163F537399E}"/>
          </ac:spMkLst>
        </pc:spChg>
        <pc:cxnChg chg="mod">
          <ac:chgData name="Kovácsné Pusztai Kinga" userId="1282fdc4-838f-4805-a47a-02b770215156" providerId="ADAL" clId="{A2130244-1C8F-4AEF-81C9-02242CC68759}" dt="2025-02-28T20:52:34.635" v="1911" actId="14100"/>
          <ac:cxnSpMkLst>
            <pc:docMk/>
            <pc:sldMk cId="545912683" sldId="314"/>
            <ac:cxnSpMk id="3" creationId="{B28C34D6-3C15-4078-A8E9-05CE0914A53C}"/>
          </ac:cxnSpMkLst>
        </pc:cxnChg>
        <pc:cxnChg chg="mod">
          <ac:chgData name="Kovácsné Pusztai Kinga" userId="1282fdc4-838f-4805-a47a-02b770215156" providerId="ADAL" clId="{A2130244-1C8F-4AEF-81C9-02242CC68759}" dt="2025-02-28T20:52:25.262" v="1909" actId="14100"/>
          <ac:cxnSpMkLst>
            <pc:docMk/>
            <pc:sldMk cId="545912683" sldId="314"/>
            <ac:cxnSpMk id="26" creationId="{AFFE686B-6662-4691-BC69-A0E8BD5C5361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0:39.465" v="2618" actId="20577"/>
        <pc:sldMkLst>
          <pc:docMk/>
          <pc:sldMk cId="1627576065" sldId="315"/>
        </pc:sldMkLst>
        <pc:spChg chg="add mod">
          <ac:chgData name="Kovácsné Pusztai Kinga" userId="1282fdc4-838f-4805-a47a-02b770215156" providerId="ADAL" clId="{A2130244-1C8F-4AEF-81C9-02242CC68759}" dt="2025-02-28T20:53:36.699" v="1919" actId="6549"/>
          <ac:spMkLst>
            <pc:docMk/>
            <pc:sldMk cId="1627576065" sldId="315"/>
            <ac:spMk id="2" creationId="{5FC6E062-9EB6-E328-DE52-3B2710D69679}"/>
          </ac:spMkLst>
        </pc:spChg>
        <pc:spChg chg="mod">
          <ac:chgData name="Kovácsné Pusztai Kinga" userId="1282fdc4-838f-4805-a47a-02b770215156" providerId="ADAL" clId="{A2130244-1C8F-4AEF-81C9-02242CC68759}" dt="2025-03-05T09:30:39.465" v="2618" actId="20577"/>
          <ac:spMkLst>
            <pc:docMk/>
            <pc:sldMk cId="1627576065" sldId="315"/>
            <ac:spMk id="19" creationId="{1C0CAD33-33EF-4120-B86F-EE56EDCF61C9}"/>
          </ac:spMkLst>
        </pc:spChg>
        <pc:spChg chg="mod">
          <ac:chgData name="Kovácsné Pusztai Kinga" userId="1282fdc4-838f-4805-a47a-02b770215156" providerId="ADAL" clId="{A2130244-1C8F-4AEF-81C9-02242CC68759}" dt="2025-03-05T09:30:27.336" v="2615" actId="20577"/>
          <ac:spMkLst>
            <pc:docMk/>
            <pc:sldMk cId="1627576065" sldId="315"/>
            <ac:spMk id="27" creationId="{3957FDEA-9BB2-4A41-9754-03613112ED02}"/>
          </ac:spMkLst>
        </pc:spChg>
        <pc:spChg chg="mod">
          <ac:chgData name="Kovácsné Pusztai Kinga" userId="1282fdc4-838f-4805-a47a-02b770215156" providerId="ADAL" clId="{A2130244-1C8F-4AEF-81C9-02242CC68759}" dt="2025-02-28T20:52:53.392" v="1913" actId="1076"/>
          <ac:spMkLst>
            <pc:docMk/>
            <pc:sldMk cId="1627576065" sldId="315"/>
            <ac:spMk id="28" creationId="{487948D8-6531-4095-8725-608E4EDD8729}"/>
          </ac:spMkLst>
        </pc:spChg>
        <pc:cxnChg chg="add mod">
          <ac:chgData name="Kovácsné Pusztai Kinga" userId="1282fdc4-838f-4805-a47a-02b770215156" providerId="ADAL" clId="{A2130244-1C8F-4AEF-81C9-02242CC68759}" dt="2025-02-28T20:53:37.683" v="1920"/>
          <ac:cxnSpMkLst>
            <pc:docMk/>
            <pc:sldMk cId="1627576065" sldId="315"/>
            <ac:cxnSpMk id="17" creationId="{30A742C5-2687-ECE7-DA47-B70E5B810769}"/>
          </ac:cxnSpMkLst>
        </pc:cxnChg>
        <pc:cxnChg chg="add mod">
          <ac:chgData name="Kovácsné Pusztai Kinga" userId="1282fdc4-838f-4805-a47a-02b770215156" providerId="ADAL" clId="{A2130244-1C8F-4AEF-81C9-02242CC68759}" dt="2025-02-28T20:53:37.683" v="1920"/>
          <ac:cxnSpMkLst>
            <pc:docMk/>
            <pc:sldMk cId="1627576065" sldId="315"/>
            <ac:cxnSpMk id="18" creationId="{F532F492-692C-1B3C-79A9-6532B21F5038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1:01.269" v="2622" actId="20577"/>
        <pc:sldMkLst>
          <pc:docMk/>
          <pc:sldMk cId="4157598353" sldId="316"/>
        </pc:sldMkLst>
        <pc:spChg chg="mod">
          <ac:chgData name="Kovácsné Pusztai Kinga" userId="1282fdc4-838f-4805-a47a-02b770215156" providerId="ADAL" clId="{A2130244-1C8F-4AEF-81C9-02242CC68759}" dt="2025-02-28T20:53:59.170" v="1923" actId="1076"/>
          <ac:spMkLst>
            <pc:docMk/>
            <pc:sldMk cId="4157598353" sldId="316"/>
            <ac:spMk id="2" creationId="{53E07D54-3EBD-48CD-AA3D-2371F430CDE7}"/>
          </ac:spMkLst>
        </pc:spChg>
        <pc:spChg chg="add mod">
          <ac:chgData name="Kovácsné Pusztai Kinga" userId="1282fdc4-838f-4805-a47a-02b770215156" providerId="ADAL" clId="{A2130244-1C8F-4AEF-81C9-02242CC68759}" dt="2025-02-28T20:54:12.257" v="1927"/>
          <ac:spMkLst>
            <pc:docMk/>
            <pc:sldMk cId="4157598353" sldId="316"/>
            <ac:spMk id="17" creationId="{3B014BD4-9752-BDE1-9D0F-B6ABEA366746}"/>
          </ac:spMkLst>
        </pc:spChg>
        <pc:spChg chg="mod">
          <ac:chgData name="Kovácsné Pusztai Kinga" userId="1282fdc4-838f-4805-a47a-02b770215156" providerId="ADAL" clId="{A2130244-1C8F-4AEF-81C9-02242CC68759}" dt="2025-03-05T09:31:01.269" v="2622" actId="20577"/>
          <ac:spMkLst>
            <pc:docMk/>
            <pc:sldMk cId="4157598353" sldId="316"/>
            <ac:spMk id="18" creationId="{EBAFB9F4-3EEC-47B3-8060-D6D64597524F}"/>
          </ac:spMkLst>
        </pc:spChg>
        <pc:spChg chg="mod">
          <ac:chgData name="Kovácsné Pusztai Kinga" userId="1282fdc4-838f-4805-a47a-02b770215156" providerId="ADAL" clId="{A2130244-1C8F-4AEF-81C9-02242CC68759}" dt="2025-03-05T09:30:54.762" v="2620" actId="20577"/>
          <ac:spMkLst>
            <pc:docMk/>
            <pc:sldMk cId="4157598353" sldId="316"/>
            <ac:spMk id="27" creationId="{9F13B865-95A7-4294-865C-E51162E584E1}"/>
          </ac:spMkLst>
        </pc:spChg>
        <pc:cxnChg chg="add mod">
          <ac:chgData name="Kovácsné Pusztai Kinga" userId="1282fdc4-838f-4805-a47a-02b770215156" providerId="ADAL" clId="{A2130244-1C8F-4AEF-81C9-02242CC68759}" dt="2025-02-28T20:54:12.257" v="1927"/>
          <ac:cxnSpMkLst>
            <pc:docMk/>
            <pc:sldMk cId="4157598353" sldId="316"/>
            <ac:cxnSpMk id="14" creationId="{B5EEF469-574A-468F-8AC2-6A195349CC0F}"/>
          </ac:cxnSpMkLst>
        </pc:cxnChg>
        <pc:cxnChg chg="add mod">
          <ac:chgData name="Kovácsné Pusztai Kinga" userId="1282fdc4-838f-4805-a47a-02b770215156" providerId="ADAL" clId="{A2130244-1C8F-4AEF-81C9-02242CC68759}" dt="2025-02-28T20:54:12.257" v="1927"/>
          <ac:cxnSpMkLst>
            <pc:docMk/>
            <pc:sldMk cId="4157598353" sldId="316"/>
            <ac:cxnSpMk id="16" creationId="{61603872-EA29-B3A1-C1D3-53D11E5ECEBC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1:49.430" v="2642" actId="20577"/>
        <pc:sldMkLst>
          <pc:docMk/>
          <pc:sldMk cId="2437938224" sldId="317"/>
        </pc:sldMkLst>
        <pc:spChg chg="add mod">
          <ac:chgData name="Kovácsné Pusztai Kinga" userId="1282fdc4-838f-4805-a47a-02b770215156" providerId="ADAL" clId="{A2130244-1C8F-4AEF-81C9-02242CC68759}" dt="2025-02-28T20:55:45.629" v="2033"/>
          <ac:spMkLst>
            <pc:docMk/>
            <pc:sldMk cId="2437938224" sldId="317"/>
            <ac:spMk id="16" creationId="{A7E4CF9A-91E2-3BA4-EA55-A94D548B4A09}"/>
          </ac:spMkLst>
        </pc:spChg>
        <pc:spChg chg="mod">
          <ac:chgData name="Kovácsné Pusztai Kinga" userId="1282fdc4-838f-4805-a47a-02b770215156" providerId="ADAL" clId="{A2130244-1C8F-4AEF-81C9-02242CC68759}" dt="2025-03-05T09:31:49.430" v="2642" actId="20577"/>
          <ac:spMkLst>
            <pc:docMk/>
            <pc:sldMk cId="2437938224" sldId="317"/>
            <ac:spMk id="20" creationId="{ABD5999E-0B7C-40F8-87FD-77C66FEC2334}"/>
          </ac:spMkLst>
        </pc:spChg>
        <pc:spChg chg="mod">
          <ac:chgData name="Kovácsné Pusztai Kinga" userId="1282fdc4-838f-4805-a47a-02b770215156" providerId="ADAL" clId="{A2130244-1C8F-4AEF-81C9-02242CC68759}" dt="2025-03-05T09:31:45.599" v="2640" actId="20577"/>
          <ac:spMkLst>
            <pc:docMk/>
            <pc:sldMk cId="2437938224" sldId="317"/>
            <ac:spMk id="28" creationId="{CFD32A51-6B3E-4804-AC82-61BA018FB6CA}"/>
          </ac:spMkLst>
        </pc:spChg>
        <pc:spChg chg="mod">
          <ac:chgData name="Kovácsné Pusztai Kinga" userId="1282fdc4-838f-4805-a47a-02b770215156" providerId="ADAL" clId="{A2130244-1C8F-4AEF-81C9-02242CC68759}" dt="2025-02-28T20:55:34.740" v="2029" actId="1076"/>
          <ac:spMkLst>
            <pc:docMk/>
            <pc:sldMk cId="2437938224" sldId="317"/>
            <ac:spMk id="29" creationId="{22CCA028-9747-4EB4-B916-AEA0CE26F4DA}"/>
          </ac:spMkLst>
        </pc:spChg>
        <pc:cxnChg chg="add mod">
          <ac:chgData name="Kovácsné Pusztai Kinga" userId="1282fdc4-838f-4805-a47a-02b770215156" providerId="ADAL" clId="{A2130244-1C8F-4AEF-81C9-02242CC68759}" dt="2025-02-28T20:55:45.629" v="2033"/>
          <ac:cxnSpMkLst>
            <pc:docMk/>
            <pc:sldMk cId="2437938224" sldId="317"/>
            <ac:cxnSpMk id="2" creationId="{B043A6D0-BEE6-1B52-DC7D-D494ED3A0866}"/>
          </ac:cxnSpMkLst>
        </pc:cxnChg>
        <pc:cxnChg chg="add mod">
          <ac:chgData name="Kovácsné Pusztai Kinga" userId="1282fdc4-838f-4805-a47a-02b770215156" providerId="ADAL" clId="{A2130244-1C8F-4AEF-81C9-02242CC68759}" dt="2025-02-28T20:55:45.629" v="2033"/>
          <ac:cxnSpMkLst>
            <pc:docMk/>
            <pc:sldMk cId="2437938224" sldId="317"/>
            <ac:cxnSpMk id="14" creationId="{E44D7C83-1206-BB53-74D3-59A9692E15A6}"/>
          </ac:cxnSpMkLst>
        </pc:cxnChg>
        <pc:cxnChg chg="add mod">
          <ac:chgData name="Kovácsné Pusztai Kinga" userId="1282fdc4-838f-4805-a47a-02b770215156" providerId="ADAL" clId="{A2130244-1C8F-4AEF-81C9-02242CC68759}" dt="2025-02-28T20:55:45.629" v="2033"/>
          <ac:cxnSpMkLst>
            <pc:docMk/>
            <pc:sldMk cId="2437938224" sldId="317"/>
            <ac:cxnSpMk id="17" creationId="{B2C4709D-CB08-C753-F596-B264348D663F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2:05.229" v="2647" actId="20577"/>
        <pc:sldMkLst>
          <pc:docMk/>
          <pc:sldMk cId="750566627" sldId="318"/>
        </pc:sldMkLst>
        <pc:spChg chg="add mod">
          <ac:chgData name="Kovácsné Pusztai Kinga" userId="1282fdc4-838f-4805-a47a-02b770215156" providerId="ADAL" clId="{A2130244-1C8F-4AEF-81C9-02242CC68759}" dt="2025-02-28T20:56:27.142" v="2040"/>
          <ac:spMkLst>
            <pc:docMk/>
            <pc:sldMk cId="750566627" sldId="318"/>
            <ac:spMk id="16" creationId="{4BD8BEB1-36C2-A7B9-6313-56E55B0F2307}"/>
          </ac:spMkLst>
        </pc:spChg>
        <pc:spChg chg="mod">
          <ac:chgData name="Kovácsné Pusztai Kinga" userId="1282fdc4-838f-4805-a47a-02b770215156" providerId="ADAL" clId="{A2130244-1C8F-4AEF-81C9-02242CC68759}" dt="2025-03-05T09:32:01.704" v="2645" actId="20577"/>
          <ac:spMkLst>
            <pc:docMk/>
            <pc:sldMk cId="750566627" sldId="318"/>
            <ac:spMk id="20" creationId="{2638790D-5E4B-4C8C-B7DD-DEF91B45821F}"/>
          </ac:spMkLst>
        </pc:spChg>
        <pc:spChg chg="mod">
          <ac:chgData name="Kovácsné Pusztai Kinga" userId="1282fdc4-838f-4805-a47a-02b770215156" providerId="ADAL" clId="{A2130244-1C8F-4AEF-81C9-02242CC68759}" dt="2025-03-05T09:32:05.229" v="2647" actId="20577"/>
          <ac:spMkLst>
            <pc:docMk/>
            <pc:sldMk cId="750566627" sldId="318"/>
            <ac:spMk id="28" creationId="{9292D545-2EBE-4C6A-90B7-FB5C4CB7062F}"/>
          </ac:spMkLst>
        </pc:spChg>
        <pc:spChg chg="mod">
          <ac:chgData name="Kovácsné Pusztai Kinga" userId="1282fdc4-838f-4805-a47a-02b770215156" providerId="ADAL" clId="{A2130244-1C8F-4AEF-81C9-02242CC68759}" dt="2025-02-28T20:56:16.980" v="2036" actId="1076"/>
          <ac:spMkLst>
            <pc:docMk/>
            <pc:sldMk cId="750566627" sldId="318"/>
            <ac:spMk id="29" creationId="{32E75F1C-BC38-41E4-B83A-8158D37030AF}"/>
          </ac:spMkLst>
        </pc:spChg>
        <pc:cxnChg chg="add mod">
          <ac:chgData name="Kovácsné Pusztai Kinga" userId="1282fdc4-838f-4805-a47a-02b770215156" providerId="ADAL" clId="{A2130244-1C8F-4AEF-81C9-02242CC68759}" dt="2025-02-28T20:56:27.142" v="2040"/>
          <ac:cxnSpMkLst>
            <pc:docMk/>
            <pc:sldMk cId="750566627" sldId="318"/>
            <ac:cxnSpMk id="2" creationId="{572841B7-2884-B531-DA6E-AE837A0B10DD}"/>
          </ac:cxnSpMkLst>
        </pc:cxnChg>
        <pc:cxnChg chg="add mod">
          <ac:chgData name="Kovácsné Pusztai Kinga" userId="1282fdc4-838f-4805-a47a-02b770215156" providerId="ADAL" clId="{A2130244-1C8F-4AEF-81C9-02242CC68759}" dt="2025-02-28T20:56:27.142" v="2040"/>
          <ac:cxnSpMkLst>
            <pc:docMk/>
            <pc:sldMk cId="750566627" sldId="318"/>
            <ac:cxnSpMk id="14" creationId="{71AC2EE5-4D8F-7D0F-2BDD-8FC0940021D2}"/>
          </ac:cxnSpMkLst>
        </pc:cxnChg>
        <pc:cxnChg chg="add mod">
          <ac:chgData name="Kovácsné Pusztai Kinga" userId="1282fdc4-838f-4805-a47a-02b770215156" providerId="ADAL" clId="{A2130244-1C8F-4AEF-81C9-02242CC68759}" dt="2025-02-28T20:56:27.142" v="2040"/>
          <ac:cxnSpMkLst>
            <pc:docMk/>
            <pc:sldMk cId="750566627" sldId="318"/>
            <ac:cxnSpMk id="17" creationId="{9A95D271-947C-4489-E9FB-803F22FAE83E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2:14.536" v="2651" actId="20577"/>
        <pc:sldMkLst>
          <pc:docMk/>
          <pc:sldMk cId="3531089316" sldId="319"/>
        </pc:sldMkLst>
        <pc:spChg chg="mod">
          <ac:chgData name="Kovácsné Pusztai Kinga" userId="1282fdc4-838f-4805-a47a-02b770215156" providerId="ADAL" clId="{A2130244-1C8F-4AEF-81C9-02242CC68759}" dt="2025-02-28T20:56:51.254" v="2041" actId="1076"/>
          <ac:spMkLst>
            <pc:docMk/>
            <pc:sldMk cId="3531089316" sldId="319"/>
            <ac:spMk id="2" creationId="{915C5F8B-78A9-4901-9CCE-376A9875C5F6}"/>
          </ac:spMkLst>
        </pc:spChg>
        <pc:spChg chg="add mod">
          <ac:chgData name="Kovácsné Pusztai Kinga" userId="1282fdc4-838f-4805-a47a-02b770215156" providerId="ADAL" clId="{A2130244-1C8F-4AEF-81C9-02242CC68759}" dt="2025-02-28T20:57:19.876" v="2052" actId="1076"/>
          <ac:spMkLst>
            <pc:docMk/>
            <pc:sldMk cId="3531089316" sldId="319"/>
            <ac:spMk id="17" creationId="{0685CB6C-595B-1842-136E-EB24B802E916}"/>
          </ac:spMkLst>
        </pc:spChg>
        <pc:spChg chg="mod">
          <ac:chgData name="Kovácsné Pusztai Kinga" userId="1282fdc4-838f-4805-a47a-02b770215156" providerId="ADAL" clId="{A2130244-1C8F-4AEF-81C9-02242CC68759}" dt="2025-03-05T09:32:14.536" v="2651" actId="20577"/>
          <ac:spMkLst>
            <pc:docMk/>
            <pc:sldMk cId="3531089316" sldId="319"/>
            <ac:spMk id="19" creationId="{29A345DF-4BC1-4C17-912B-FAD2E7DFD941}"/>
          </ac:spMkLst>
        </pc:spChg>
        <pc:spChg chg="mod">
          <ac:chgData name="Kovácsné Pusztai Kinga" userId="1282fdc4-838f-4805-a47a-02b770215156" providerId="ADAL" clId="{A2130244-1C8F-4AEF-81C9-02242CC68759}" dt="2025-02-28T20:57:13.386" v="2051" actId="1036"/>
          <ac:spMkLst>
            <pc:docMk/>
            <pc:sldMk cId="3531089316" sldId="319"/>
            <ac:spMk id="24" creationId="{53FE258B-58AA-4063-83A7-CA056E685AC0}"/>
          </ac:spMkLst>
        </pc:spChg>
        <pc:spChg chg="mod">
          <ac:chgData name="Kovácsné Pusztai Kinga" userId="1282fdc4-838f-4805-a47a-02b770215156" providerId="ADAL" clId="{A2130244-1C8F-4AEF-81C9-02242CC68759}" dt="2025-03-05T09:32:10.817" v="2649" actId="20577"/>
          <ac:spMkLst>
            <pc:docMk/>
            <pc:sldMk cId="3531089316" sldId="319"/>
            <ac:spMk id="28" creationId="{1B289162-D9BE-4BF0-945C-FD232D41D3A2}"/>
          </ac:spMkLst>
        </pc:spChg>
        <pc:cxnChg chg="add mod">
          <ac:chgData name="Kovácsné Pusztai Kinga" userId="1282fdc4-838f-4805-a47a-02b770215156" providerId="ADAL" clId="{A2130244-1C8F-4AEF-81C9-02242CC68759}" dt="2025-02-28T20:57:06.975" v="2046"/>
          <ac:cxnSpMkLst>
            <pc:docMk/>
            <pc:sldMk cId="3531089316" sldId="319"/>
            <ac:cxnSpMk id="14" creationId="{4AE1FC24-352A-8ACE-D66F-B19A78E064BD}"/>
          </ac:cxnSpMkLst>
        </pc:cxnChg>
        <pc:cxnChg chg="add mod">
          <ac:chgData name="Kovácsné Pusztai Kinga" userId="1282fdc4-838f-4805-a47a-02b770215156" providerId="ADAL" clId="{A2130244-1C8F-4AEF-81C9-02242CC68759}" dt="2025-02-28T20:57:06.975" v="2046"/>
          <ac:cxnSpMkLst>
            <pc:docMk/>
            <pc:sldMk cId="3531089316" sldId="319"/>
            <ac:cxnSpMk id="16" creationId="{02744065-AA12-1FCA-C4E4-98D76BEBB01A}"/>
          </ac:cxnSpMkLst>
        </pc:cxnChg>
        <pc:cxnChg chg="add mod">
          <ac:chgData name="Kovácsné Pusztai Kinga" userId="1282fdc4-838f-4805-a47a-02b770215156" providerId="ADAL" clId="{A2130244-1C8F-4AEF-81C9-02242CC68759}" dt="2025-02-28T20:57:06.975" v="2046"/>
          <ac:cxnSpMkLst>
            <pc:docMk/>
            <pc:sldMk cId="3531089316" sldId="319"/>
            <ac:cxnSpMk id="18" creationId="{728EC54D-AAB9-C077-687E-236916F153FA}"/>
          </ac:cxnSpMkLst>
        </pc:cxnChg>
      </pc:sldChg>
      <pc:sldChg chg="addSp delSp modSp add mod setBg">
        <pc:chgData name="Kovácsné Pusztai Kinga" userId="1282fdc4-838f-4805-a47a-02b770215156" providerId="ADAL" clId="{A2130244-1C8F-4AEF-81C9-02242CC68759}" dt="2025-03-05T09:33:45.851" v="2674" actId="20577"/>
        <pc:sldMkLst>
          <pc:docMk/>
          <pc:sldMk cId="660445734" sldId="320"/>
        </pc:sldMkLst>
        <pc:spChg chg="mod">
          <ac:chgData name="Kovácsné Pusztai Kinga" userId="1282fdc4-838f-4805-a47a-02b770215156" providerId="ADAL" clId="{A2130244-1C8F-4AEF-81C9-02242CC68759}" dt="2025-02-28T20:59:58.979" v="2073" actId="1076"/>
          <ac:spMkLst>
            <pc:docMk/>
            <pc:sldMk cId="660445734" sldId="320"/>
            <ac:spMk id="2" creationId="{F0B0930C-2D8C-44E7-90B7-D921A599CFCD}"/>
          </ac:spMkLst>
        </pc:spChg>
        <pc:spChg chg="add mod">
          <ac:chgData name="Kovácsné Pusztai Kinga" userId="1282fdc4-838f-4805-a47a-02b770215156" providerId="ADAL" clId="{A2130244-1C8F-4AEF-81C9-02242CC68759}" dt="2025-02-28T21:00:04.926" v="2075"/>
          <ac:spMkLst>
            <pc:docMk/>
            <pc:sldMk cId="660445734" sldId="320"/>
            <ac:spMk id="17" creationId="{043F478B-B3FC-035F-FA47-99CE1DD3D228}"/>
          </ac:spMkLst>
        </pc:spChg>
        <pc:spChg chg="mod">
          <ac:chgData name="Kovácsné Pusztai Kinga" userId="1282fdc4-838f-4805-a47a-02b770215156" providerId="ADAL" clId="{A2130244-1C8F-4AEF-81C9-02242CC68759}" dt="2025-03-05T09:33:40.253" v="2672" actId="20577"/>
          <ac:spMkLst>
            <pc:docMk/>
            <pc:sldMk cId="660445734" sldId="320"/>
            <ac:spMk id="19" creationId="{5FBBE55F-9DFD-4E2F-9379-93658B002FC6}"/>
          </ac:spMkLst>
        </pc:spChg>
        <pc:spChg chg="mod">
          <ac:chgData name="Kovácsné Pusztai Kinga" userId="1282fdc4-838f-4805-a47a-02b770215156" providerId="ADAL" clId="{A2130244-1C8F-4AEF-81C9-02242CC68759}" dt="2025-03-05T09:33:45.851" v="2674" actId="20577"/>
          <ac:spMkLst>
            <pc:docMk/>
            <pc:sldMk cId="660445734" sldId="320"/>
            <ac:spMk id="28" creationId="{5637984B-51AB-468E-8CB2-016C24B38876}"/>
          </ac:spMkLst>
        </pc:spChg>
        <pc:cxnChg chg="add mod">
          <ac:chgData name="Kovácsné Pusztai Kinga" userId="1282fdc4-838f-4805-a47a-02b770215156" providerId="ADAL" clId="{A2130244-1C8F-4AEF-81C9-02242CC68759}" dt="2025-02-28T21:00:04.926" v="2075"/>
          <ac:cxnSpMkLst>
            <pc:docMk/>
            <pc:sldMk cId="660445734" sldId="320"/>
            <ac:cxnSpMk id="14" creationId="{1F4689E5-70F1-9FF6-4E5B-C1184645DFB5}"/>
          </ac:cxnSpMkLst>
        </pc:cxnChg>
        <pc:cxnChg chg="add mod">
          <ac:chgData name="Kovácsné Pusztai Kinga" userId="1282fdc4-838f-4805-a47a-02b770215156" providerId="ADAL" clId="{A2130244-1C8F-4AEF-81C9-02242CC68759}" dt="2025-02-28T21:00:04.926" v="2075"/>
          <ac:cxnSpMkLst>
            <pc:docMk/>
            <pc:sldMk cId="660445734" sldId="320"/>
            <ac:cxnSpMk id="16" creationId="{334B035F-EAD5-14EC-5A0B-12646B163E14}"/>
          </ac:cxnSpMkLst>
        </pc:cxnChg>
        <pc:cxnChg chg="add mod">
          <ac:chgData name="Kovácsné Pusztai Kinga" userId="1282fdc4-838f-4805-a47a-02b770215156" providerId="ADAL" clId="{A2130244-1C8F-4AEF-81C9-02242CC68759}" dt="2025-02-28T21:00:04.926" v="2075"/>
          <ac:cxnSpMkLst>
            <pc:docMk/>
            <pc:sldMk cId="660445734" sldId="320"/>
            <ac:cxnSpMk id="18" creationId="{33931133-CAD5-D55C-2F03-8C70DAE0F20F}"/>
          </ac:cxnSpMkLst>
        </pc:cxnChg>
      </pc:sldChg>
      <pc:sldChg chg="addSp delSp modSp new mod">
        <pc:chgData name="Kovácsné Pusztai Kinga" userId="1282fdc4-838f-4805-a47a-02b770215156" providerId="ADAL" clId="{A2130244-1C8F-4AEF-81C9-02242CC68759}" dt="2025-02-28T21:27:21.248" v="2432" actId="1076"/>
        <pc:sldMkLst>
          <pc:docMk/>
          <pc:sldMk cId="2293953325" sldId="321"/>
        </pc:sldMkLst>
        <pc:spChg chg="mod">
          <ac:chgData name="Kovácsné Pusztai Kinga" userId="1282fdc4-838f-4805-a47a-02b770215156" providerId="ADAL" clId="{A2130244-1C8F-4AEF-81C9-02242CC68759}" dt="2025-02-28T21:27:21.248" v="2432" actId="1076"/>
          <ac:spMkLst>
            <pc:docMk/>
            <pc:sldMk cId="2293953325" sldId="321"/>
            <ac:spMk id="2" creationId="{A05B9573-55A0-D5AB-CBE4-B6FC312AEB9D}"/>
          </ac:spMkLst>
        </pc:spChg>
        <pc:picChg chg="add mod">
          <ac:chgData name="Kovácsné Pusztai Kinga" userId="1282fdc4-838f-4805-a47a-02b770215156" providerId="ADAL" clId="{A2130244-1C8F-4AEF-81C9-02242CC68759}" dt="2025-02-28T21:25:43.933" v="2414" actId="1076"/>
          <ac:picMkLst>
            <pc:docMk/>
            <pc:sldMk cId="2293953325" sldId="321"/>
            <ac:picMk id="11" creationId="{FA95EB22-667B-AD58-EBAB-0A1F99573FAE}"/>
          </ac:picMkLst>
        </pc:picChg>
        <pc:picChg chg="add mod ord">
          <ac:chgData name="Kovácsné Pusztai Kinga" userId="1282fdc4-838f-4805-a47a-02b770215156" providerId="ADAL" clId="{A2130244-1C8F-4AEF-81C9-02242CC68759}" dt="2025-02-28T21:26:46.343" v="2426" actId="166"/>
          <ac:picMkLst>
            <pc:docMk/>
            <pc:sldMk cId="2293953325" sldId="321"/>
            <ac:picMk id="13" creationId="{267D61DD-8FA3-C6FE-3E57-5FDF8782C4C1}"/>
          </ac:picMkLst>
        </pc:picChg>
        <pc:picChg chg="add mod">
          <ac:chgData name="Kovácsné Pusztai Kinga" userId="1282fdc4-838f-4805-a47a-02b770215156" providerId="ADAL" clId="{A2130244-1C8F-4AEF-81C9-02242CC68759}" dt="2025-02-28T21:26:29.630" v="2424" actId="1076"/>
          <ac:picMkLst>
            <pc:docMk/>
            <pc:sldMk cId="2293953325" sldId="321"/>
            <ac:picMk id="15" creationId="{C6D52A70-1D97-24C9-3213-BA2C5DFFD963}"/>
          </ac:picMkLst>
        </pc:picChg>
      </pc:sldChg>
      <pc:sldChg chg="delSp modSp add mod">
        <pc:chgData name="Kovácsné Pusztai Kinga" userId="1282fdc4-838f-4805-a47a-02b770215156" providerId="ADAL" clId="{A2130244-1C8F-4AEF-81C9-02242CC68759}" dt="2025-03-05T09:45:25.547" v="2745" actId="1076"/>
        <pc:sldMkLst>
          <pc:docMk/>
          <pc:sldMk cId="4158968243" sldId="322"/>
        </pc:sldMkLst>
        <pc:spChg chg="mod">
          <ac:chgData name="Kovácsné Pusztai Kinga" userId="1282fdc4-838f-4805-a47a-02b770215156" providerId="ADAL" clId="{A2130244-1C8F-4AEF-81C9-02242CC68759}" dt="2025-03-05T09:43:27.600" v="2729" actId="255"/>
          <ac:spMkLst>
            <pc:docMk/>
            <pc:sldMk cId="4158968243" sldId="322"/>
            <ac:spMk id="2" creationId="{1E3D4732-2F8C-FD1D-2B87-4288FB924B17}"/>
          </ac:spMkLst>
        </pc:spChg>
        <pc:spChg chg="mod">
          <ac:chgData name="Kovácsné Pusztai Kinga" userId="1282fdc4-838f-4805-a47a-02b770215156" providerId="ADAL" clId="{A2130244-1C8F-4AEF-81C9-02242CC68759}" dt="2025-03-05T09:45:19.306" v="2744" actId="20577"/>
          <ac:spMkLst>
            <pc:docMk/>
            <pc:sldMk cId="4158968243" sldId="322"/>
            <ac:spMk id="3" creationId="{47CA9223-B7D7-AF03-6AE0-25292F350440}"/>
          </ac:spMkLst>
        </pc:spChg>
        <pc:picChg chg="del">
          <ac:chgData name="Kovácsné Pusztai Kinga" userId="1282fdc4-838f-4805-a47a-02b770215156" providerId="ADAL" clId="{A2130244-1C8F-4AEF-81C9-02242CC68759}" dt="2025-03-05T09:42:26.670" v="2722" actId="478"/>
          <ac:picMkLst>
            <pc:docMk/>
            <pc:sldMk cId="4158968243" sldId="322"/>
            <ac:picMk id="5" creationId="{398EF055-F68A-B29B-2A6C-B9FC6A427164}"/>
          </ac:picMkLst>
        </pc:picChg>
        <pc:picChg chg="mod">
          <ac:chgData name="Kovácsné Pusztai Kinga" userId="1282fdc4-838f-4805-a47a-02b770215156" providerId="ADAL" clId="{A2130244-1C8F-4AEF-81C9-02242CC68759}" dt="2025-03-05T09:45:25.547" v="2745" actId="1076"/>
          <ac:picMkLst>
            <pc:docMk/>
            <pc:sldMk cId="4158968243" sldId="322"/>
            <ac:picMk id="9" creationId="{8622AD55-B5C1-F349-874A-7C843430CEB6}"/>
          </ac:picMkLst>
        </pc:picChg>
      </pc:sldChg>
      <pc:sldMasterChg chg="setBg modSldLayout">
        <pc:chgData name="Kovácsné Pusztai Kinga" userId="1282fdc4-838f-4805-a47a-02b770215156" providerId="ADAL" clId="{A2130244-1C8F-4AEF-81C9-02242CC68759}" dt="2025-02-28T20:40:16.614" v="1812"/>
        <pc:sldMasterMkLst>
          <pc:docMk/>
          <pc:sldMasterMk cId="2066727972" sldId="2147483911"/>
        </pc:sldMasterMkLst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561157219" sldId="2147483912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79268339" sldId="2147483913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2704630348" sldId="2147483914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838069664" sldId="2147483915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837030904" sldId="2147483916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1159028532" sldId="2147483917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096491234" sldId="2147483918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405574227" sldId="2147483919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4256466701" sldId="2147483920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669734932" sldId="2147483921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898624960" sldId="2147483922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907547212" sldId="2147483923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945098572" sldId="2147483924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1297628435" sldId="2147483925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191115880" sldId="2147483926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828212536" sldId="2147483927"/>
          </pc:sldLayoutMkLst>
        </pc:sldLayoutChg>
        <pc:sldLayoutChg chg="setBg">
          <pc:chgData name="Kovácsné Pusztai Kinga" userId="1282fdc4-838f-4805-a47a-02b770215156" providerId="ADAL" clId="{A2130244-1C8F-4AEF-81C9-02242CC68759}" dt="2025-02-28T20:40:16.614" v="1812"/>
          <pc:sldLayoutMkLst>
            <pc:docMk/>
            <pc:sldMasterMk cId="2066727972" sldId="2147483911"/>
            <pc:sldLayoutMk cId="3193601332" sldId="2147483928"/>
          </pc:sldLayoutMkLst>
        </pc:sldLayoutChg>
      </pc:sldMasterChg>
    </pc:docChg>
  </pc:docChgLst>
  <pc:docChgLst>
    <pc:chgData name="Kovácsné Pusztai Kinga" userId="1282fdc4-838f-4805-a47a-02b770215156" providerId="ADAL" clId="{B0D66B94-4546-4E4B-B868-68628E6ABB2E}"/>
    <pc:docChg chg="undo redo custSel addSld delSld modSld">
      <pc:chgData name="Kovácsné Pusztai Kinga" userId="1282fdc4-838f-4805-a47a-02b770215156" providerId="ADAL" clId="{B0D66B94-4546-4E4B-B868-68628E6ABB2E}" dt="2023-01-25T14:06:44.483" v="1557"/>
      <pc:docMkLst>
        <pc:docMk/>
      </pc:docMkLst>
      <pc:sldChg chg="modSp del mod">
        <pc:chgData name="Kovácsné Pusztai Kinga" userId="1282fdc4-838f-4805-a47a-02b770215156" providerId="ADAL" clId="{B0D66B94-4546-4E4B-B868-68628E6ABB2E}" dt="2023-01-25T14:06:29.441" v="1555" actId="47"/>
        <pc:sldMkLst>
          <pc:docMk/>
          <pc:sldMk cId="109098415" sldId="256"/>
        </pc:sldMkLst>
      </pc:sldChg>
      <pc:sldChg chg="del">
        <pc:chgData name="Kovácsné Pusztai Kinga" userId="1282fdc4-838f-4805-a47a-02b770215156" providerId="ADAL" clId="{B0D66B94-4546-4E4B-B868-68628E6ABB2E}" dt="2023-01-18T14:40:58.012" v="1549" actId="47"/>
        <pc:sldMkLst>
          <pc:docMk/>
          <pc:sldMk cId="1014852387" sldId="257"/>
        </pc:sldMkLst>
      </pc:sldChg>
      <pc:sldChg chg="del">
        <pc:chgData name="Kovácsné Pusztai Kinga" userId="1282fdc4-838f-4805-a47a-02b770215156" providerId="ADAL" clId="{B0D66B94-4546-4E4B-B868-68628E6ABB2E}" dt="2023-01-18T14:41:00.325" v="1550" actId="47"/>
        <pc:sldMkLst>
          <pc:docMk/>
          <pc:sldMk cId="2807657494" sldId="258"/>
        </pc:sldMkLst>
      </pc:sldChg>
      <pc:sldChg chg="modSp new mod">
        <pc:chgData name="Kovácsné Pusztai Kinga" userId="1282fdc4-838f-4805-a47a-02b770215156" providerId="ADAL" clId="{B0D66B94-4546-4E4B-B868-68628E6ABB2E}" dt="2023-01-18T14:07:35.951" v="1046" actId="12"/>
        <pc:sldMkLst>
          <pc:docMk/>
          <pc:sldMk cId="1606164367" sldId="259"/>
        </pc:sldMkLst>
      </pc:sldChg>
      <pc:sldChg chg="addSp modSp new mod">
        <pc:chgData name="Kovácsné Pusztai Kinga" userId="1282fdc4-838f-4805-a47a-02b770215156" providerId="ADAL" clId="{B0D66B94-4546-4E4B-B868-68628E6ABB2E}" dt="2023-01-18T14:07:49.997" v="1049" actId="12"/>
        <pc:sldMkLst>
          <pc:docMk/>
          <pc:sldMk cId="2266628617" sldId="260"/>
        </pc:sldMkLst>
      </pc:sldChg>
      <pc:sldChg chg="addSp delSp modSp add mod">
        <pc:chgData name="Kovácsné Pusztai Kinga" userId="1282fdc4-838f-4805-a47a-02b770215156" providerId="ADAL" clId="{B0D66B94-4546-4E4B-B868-68628E6ABB2E}" dt="2023-01-18T14:08:02.589" v="1052" actId="12"/>
        <pc:sldMkLst>
          <pc:docMk/>
          <pc:sldMk cId="3273495003" sldId="261"/>
        </pc:sldMkLst>
      </pc:sldChg>
      <pc:sldChg chg="addSp modSp new mod">
        <pc:chgData name="Kovácsné Pusztai Kinga" userId="1282fdc4-838f-4805-a47a-02b770215156" providerId="ADAL" clId="{B0D66B94-4546-4E4B-B868-68628E6ABB2E}" dt="2023-01-18T14:17:22.933" v="1184" actId="1076"/>
        <pc:sldMkLst>
          <pc:docMk/>
          <pc:sldMk cId="583937274" sldId="262"/>
        </pc:sldMkLst>
      </pc:sldChg>
      <pc:sldChg chg="modSp new mod">
        <pc:chgData name="Kovácsné Pusztai Kinga" userId="1282fdc4-838f-4805-a47a-02b770215156" providerId="ADAL" clId="{B0D66B94-4546-4E4B-B868-68628E6ABB2E}" dt="2023-01-18T14:25:32.163" v="1269" actId="27636"/>
        <pc:sldMkLst>
          <pc:docMk/>
          <pc:sldMk cId="1328256565" sldId="263"/>
        </pc:sldMkLst>
      </pc:sldChg>
      <pc:sldChg chg="addSp delSp modSp new mod">
        <pc:chgData name="Kovácsné Pusztai Kinga" userId="1282fdc4-838f-4805-a47a-02b770215156" providerId="ADAL" clId="{B0D66B94-4546-4E4B-B868-68628E6ABB2E}" dt="2023-01-18T14:40:50.457" v="1548" actId="1076"/>
        <pc:sldMkLst>
          <pc:docMk/>
          <pc:sldMk cId="3148030452" sldId="264"/>
        </pc:sldMkLst>
      </pc:sldChg>
      <pc:sldChg chg="modSp add mod">
        <pc:chgData name="Kovácsné Pusztai Kinga" userId="1282fdc4-838f-4805-a47a-02b770215156" providerId="ADAL" clId="{B0D66B94-4546-4E4B-B868-68628E6ABB2E}" dt="2023-01-25T14:06:26.894" v="1554" actId="20577"/>
        <pc:sldMkLst>
          <pc:docMk/>
          <pc:sldMk cId="2431493244" sldId="265"/>
        </pc:sldMkLst>
      </pc:sldChg>
      <pc:sldChg chg="add">
        <pc:chgData name="Kovácsné Pusztai Kinga" userId="1282fdc4-838f-4805-a47a-02b770215156" providerId="ADAL" clId="{B0D66B94-4546-4E4B-B868-68628E6ABB2E}" dt="2023-01-25T14:06:44.483" v="1557"/>
        <pc:sldMkLst>
          <pc:docMk/>
          <pc:sldMk cId="3166015993" sldId="266"/>
        </pc:sldMkLst>
      </pc:sldChg>
    </pc:docChg>
  </pc:docChgLst>
  <pc:docChgLst>
    <pc:chgData name="Guest User" userId="S::urn:spo:anon#0841a83d9c73b463698a0ef94ee9c7b6bcf8c9ef91535de6ca2c95aadc3f9d43::" providerId="AD" clId="Web-{70AD4B87-BCB7-ABD3-9D2F-81E3D8E64A81}"/>
    <pc:docChg chg="modSld">
      <pc:chgData name="Guest User" userId="S::urn:spo:anon#0841a83d9c73b463698a0ef94ee9c7b6bcf8c9ef91535de6ca2c95aadc3f9d43::" providerId="AD" clId="Web-{70AD4B87-BCB7-ABD3-9D2F-81E3D8E64A81}" dt="2023-03-29T14:30:43.416" v="1" actId="1076"/>
      <pc:docMkLst>
        <pc:docMk/>
      </pc:docMkLst>
      <pc:sldChg chg="modSp">
        <pc:chgData name="Guest User" userId="S::urn:spo:anon#0841a83d9c73b463698a0ef94ee9c7b6bcf8c9ef91535de6ca2c95aadc3f9d43::" providerId="AD" clId="Web-{70AD4B87-BCB7-ABD3-9D2F-81E3D8E64A81}" dt="2023-03-29T14:29:59.571" v="0" actId="20577"/>
        <pc:sldMkLst>
          <pc:docMk/>
          <pc:sldMk cId="2266628617" sldId="260"/>
        </pc:sldMkLst>
      </pc:sldChg>
      <pc:sldChg chg="modSp">
        <pc:chgData name="Guest User" userId="S::urn:spo:anon#0841a83d9c73b463698a0ef94ee9c7b6bcf8c9ef91535de6ca2c95aadc3f9d43::" providerId="AD" clId="Web-{70AD4B87-BCB7-ABD3-9D2F-81E3D8E64A81}" dt="2023-03-29T14:30:43.416" v="1" actId="1076"/>
        <pc:sldMkLst>
          <pc:docMk/>
          <pc:sldMk cId="583937274" sldId="262"/>
        </pc:sldMkLst>
      </pc:sldChg>
    </pc:docChg>
  </pc:docChgLst>
  <pc:docChgLst>
    <pc:chgData name="Kovácsné Pusztai Kinga" userId="1282fdc4-838f-4805-a47a-02b770215156" providerId="ADAL" clId="{97C55361-1BEE-420F-92F2-DD4050F56ECA}"/>
    <pc:docChg chg="modSld">
      <pc:chgData name="Kovácsné Pusztai Kinga" userId="1282fdc4-838f-4805-a47a-02b770215156" providerId="ADAL" clId="{97C55361-1BEE-420F-92F2-DD4050F56ECA}" dt="2024-01-25T09:09:50.005" v="3" actId="108"/>
      <pc:docMkLst>
        <pc:docMk/>
      </pc:docMkLst>
      <pc:sldChg chg="modSp mod">
        <pc:chgData name="Kovácsné Pusztai Kinga" userId="1282fdc4-838f-4805-a47a-02b770215156" providerId="ADAL" clId="{97C55361-1BEE-420F-92F2-DD4050F56ECA}" dt="2024-01-25T09:09:37.313" v="0" actId="108"/>
        <pc:sldMkLst>
          <pc:docMk/>
          <pc:sldMk cId="2266628617" sldId="260"/>
        </pc:sldMkLst>
      </pc:sldChg>
      <pc:sldChg chg="modSp mod">
        <pc:chgData name="Kovácsné Pusztai Kinga" userId="1282fdc4-838f-4805-a47a-02b770215156" providerId="ADAL" clId="{97C55361-1BEE-420F-92F2-DD4050F56ECA}" dt="2024-01-25T09:09:39.782" v="1" actId="108"/>
        <pc:sldMkLst>
          <pc:docMk/>
          <pc:sldMk cId="3273495003" sldId="261"/>
        </pc:sldMkLst>
      </pc:sldChg>
      <pc:sldChg chg="modSp mod">
        <pc:chgData name="Kovácsné Pusztai Kinga" userId="1282fdc4-838f-4805-a47a-02b770215156" providerId="ADAL" clId="{97C55361-1BEE-420F-92F2-DD4050F56ECA}" dt="2024-01-25T09:09:50.005" v="3" actId="108"/>
        <pc:sldMkLst>
          <pc:docMk/>
          <pc:sldMk cId="3148030452" sldId="264"/>
        </pc:sldMkLst>
      </pc:sldChg>
    </pc:docChg>
  </pc:docChgLst>
  <pc:docChgLst>
    <pc:chgData name="Vendégfelhasználó" userId="S::urn:spo:anon#8d5135bef8f0a07f63e728dbd47f75bab10304a86da83f9e0339454951304588::" providerId="AD" clId="Web-{43E46A3D-00F7-EA5D-9528-007F439BFA18}"/>
    <pc:docChg chg="modSld">
      <pc:chgData name="Vendégfelhasználó" userId="S::urn:spo:anon#8d5135bef8f0a07f63e728dbd47f75bab10304a86da83f9e0339454951304588::" providerId="AD" clId="Web-{43E46A3D-00F7-EA5D-9528-007F439BFA18}" dt="2023-06-14T18:34:05.557" v="1" actId="1076"/>
      <pc:docMkLst>
        <pc:docMk/>
      </pc:docMkLst>
      <pc:sldChg chg="modSp">
        <pc:chgData name="Vendégfelhasználó" userId="S::urn:spo:anon#8d5135bef8f0a07f63e728dbd47f75bab10304a86da83f9e0339454951304588::" providerId="AD" clId="Web-{43E46A3D-00F7-EA5D-9528-007F439BFA18}" dt="2023-06-14T18:34:05.557" v="1" actId="1076"/>
        <pc:sldMkLst>
          <pc:docMk/>
          <pc:sldMk cId="3148030452" sldId="264"/>
        </pc:sldMkLst>
      </pc:sldChg>
    </pc:docChg>
  </pc:docChgLst>
  <pc:docChgLst>
    <pc:chgData name="Guest User" userId="S::urn:spo:anon#0841a83d9c73b463698a0ef94ee9c7b6bcf8c9ef91535de6ca2c95aadc3f9d43::" providerId="AD" clId="Web-{F761D41F-1B9D-5E34-B594-69AD41C4F5B9}"/>
    <pc:docChg chg="modSld">
      <pc:chgData name="Guest User" userId="S::urn:spo:anon#0841a83d9c73b463698a0ef94ee9c7b6bcf8c9ef91535de6ca2c95aadc3f9d43::" providerId="AD" clId="Web-{F761D41F-1B9D-5E34-B594-69AD41C4F5B9}" dt="2023-04-02T16:13:34.241" v="7" actId="1076"/>
      <pc:docMkLst>
        <pc:docMk/>
      </pc:docMkLst>
      <pc:sldChg chg="modSp">
        <pc:chgData name="Guest User" userId="S::urn:spo:anon#0841a83d9c73b463698a0ef94ee9c7b6bcf8c9ef91535de6ca2c95aadc3f9d43::" providerId="AD" clId="Web-{F761D41F-1B9D-5E34-B594-69AD41C4F5B9}" dt="2023-04-02T16:13:34.241" v="7" actId="1076"/>
        <pc:sldMkLst>
          <pc:docMk/>
          <pc:sldMk cId="327349500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4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4.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4216400"/>
            <a:ext cx="5332411" cy="1317566"/>
          </a:xfrm>
        </p:spPr>
        <p:txBody>
          <a:bodyPr>
            <a:normAutofit/>
          </a:bodyPr>
          <a:lstStyle/>
          <a:p>
            <a:r>
              <a:rPr lang="hu-HU" sz="4000" b="1" dirty="0">
                <a:solidFill>
                  <a:srgbClr val="C00000"/>
                </a:solidFill>
              </a:rPr>
              <a:t>Gyorsrendezés</a:t>
            </a: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602" y="708354"/>
            <a:ext cx="10018713" cy="1005348"/>
          </a:xfrm>
        </p:spPr>
        <p:txBody>
          <a:bodyPr/>
          <a:lstStyle/>
          <a:p>
            <a:r>
              <a:rPr lang="hu-HU" dirty="0"/>
              <a:t>Tartalom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72639"/>
            <a:ext cx="10018713" cy="3960413"/>
          </a:xfrm>
        </p:spPr>
        <p:txBody>
          <a:bodyPr>
            <a:normAutofit/>
          </a:bodyPr>
          <a:lstStyle/>
          <a:p>
            <a:r>
              <a:rPr lang="hu-HU" sz="2800" dirty="0">
                <a:hlinkClick r:id="rId2" action="ppaction://hlinksldjump" tooltip="Kétirányú listák "/>
              </a:rPr>
              <a:t>Gyorsrendezés</a:t>
            </a:r>
            <a:endParaRPr lang="hu-HU" sz="2800" dirty="0"/>
          </a:p>
          <a:p>
            <a:r>
              <a:rPr lang="hu-HU" sz="2800" dirty="0" err="1">
                <a:hlinkClick r:id="rId3" action="ppaction://hlinksldjump" tooltip="Kétirányú listák "/>
              </a:rPr>
              <a:t>Partition</a:t>
            </a:r>
            <a:r>
              <a:rPr lang="hu-HU" sz="2800" dirty="0">
                <a:hlinkClick r:id="rId3" action="ppaction://hlinksldjump" tooltip="Kétirányú listák "/>
              </a:rPr>
              <a:t> függvény</a:t>
            </a:r>
            <a:endParaRPr lang="hu-HU" sz="2800" dirty="0"/>
          </a:p>
          <a:p>
            <a:r>
              <a:rPr lang="hu-HU" sz="2800" dirty="0">
                <a:hlinkClick r:id="rId4" action="ppaction://hlinksldjump"/>
              </a:rPr>
              <a:t>A gyorsrendezés (</a:t>
            </a:r>
            <a:r>
              <a:rPr lang="hu-HU" sz="2800" dirty="0" err="1">
                <a:hlinkClick r:id="rId4" action="ppaction://hlinksldjump"/>
              </a:rPr>
              <a:t>quicksort</a:t>
            </a:r>
            <a:r>
              <a:rPr lang="hu-HU" sz="2800" dirty="0">
                <a:hlinkClick r:id="rId4" action="ppaction://hlinksldjump"/>
              </a:rPr>
              <a:t>) C# kódja</a:t>
            </a:r>
            <a:endParaRPr lang="hu-HU" sz="2800" dirty="0"/>
          </a:p>
          <a:p>
            <a:r>
              <a:rPr lang="fr-FR" sz="2800" dirty="0">
                <a:hlinkClick r:id="rId5" action="ppaction://hlinksldjump"/>
              </a:rPr>
              <a:t>A gyorsrendezés (quicksort) m</a:t>
            </a:r>
            <a:r>
              <a:rPr lang="hu-HU" sz="2800" dirty="0">
                <a:hlinkClick r:id="rId5" action="ppaction://hlinksldjump"/>
              </a:rPr>
              <a:t>ű</a:t>
            </a:r>
            <a:r>
              <a:rPr lang="fr-FR" sz="2800" dirty="0">
                <a:hlinkClick r:id="rId5" action="ppaction://hlinksldjump"/>
              </a:rPr>
              <a:t>veletigénye</a:t>
            </a:r>
            <a:endParaRPr lang="hu-HU" sz="2800" dirty="0"/>
          </a:p>
          <a:p>
            <a:r>
              <a:rPr lang="hu-HU" sz="2800" dirty="0">
                <a:hlinkClick r:id="rId6" action="ppaction://hlinksldjump"/>
              </a:rPr>
              <a:t>Gyorsrendezés lejátszása</a:t>
            </a:r>
            <a:endParaRPr lang="hu-HU" sz="2800" dirty="0"/>
          </a:p>
          <a:p>
            <a:r>
              <a:rPr lang="hu-HU" sz="2800" dirty="0">
                <a:hlinkClick r:id="rId7" action="ppaction://hlinksldjump"/>
              </a:rPr>
              <a:t>Vegyes gyorsrendezés</a:t>
            </a:r>
            <a:endParaRPr lang="hu-HU" sz="2800" dirty="0"/>
          </a:p>
          <a:p>
            <a:endParaRPr lang="hu-HU" dirty="0">
              <a:hlinkClick r:id="" action="ppaction://noaction"/>
            </a:endParaRPr>
          </a:p>
        </p:txBody>
      </p:sp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8EE0C9-1BC2-9AE7-BF50-F393B33AB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80191"/>
            <a:ext cx="10018713" cy="1143000"/>
          </a:xfrm>
        </p:spPr>
        <p:txBody>
          <a:bodyPr/>
          <a:lstStyle/>
          <a:p>
            <a:r>
              <a:rPr lang="hu-HU" dirty="0"/>
              <a:t>Gyorsrendezés - Quicksort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5228AA0-EB16-D958-0547-E7417D8A6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2268" y="1261900"/>
            <a:ext cx="7035745" cy="953694"/>
          </a:xfrm>
        </p:spPr>
        <p:txBody>
          <a:bodyPr anchor="t">
            <a:normAutofit fontScale="925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kern="0" dirty="0">
                <a:effectLst/>
                <a:ea typeface="Aptos" panose="020B0004020202020204" pitchFamily="34" charset="0"/>
                <a:cs typeface="F78"/>
              </a:rPr>
              <a:t>Jelenleg </a:t>
            </a:r>
            <a:r>
              <a:rPr lang="hu-HU" sz="2800" kern="0" dirty="0">
                <a:effectLst/>
                <a:ea typeface="Aptos" panose="020B0004020202020204" pitchFamily="34" charset="0"/>
                <a:cs typeface="F29"/>
              </a:rPr>
              <a:t>nem ismerünk elfogadható hatékonyságú stabil </a:t>
            </a:r>
            <a:r>
              <a:rPr lang="hu-HU" sz="2800" kern="0" dirty="0">
                <a:ea typeface="Aptos" panose="020B0004020202020204" pitchFamily="34" charset="0"/>
                <a:cs typeface="F29"/>
              </a:rPr>
              <a:t>Q</a:t>
            </a:r>
            <a:r>
              <a:rPr lang="hu-HU" sz="2800" kern="0" dirty="0">
                <a:effectLst/>
                <a:ea typeface="Aptos" panose="020B0004020202020204" pitchFamily="34" charset="0"/>
                <a:cs typeface="F29"/>
              </a:rPr>
              <a:t>uicksort tömbrendezőt</a:t>
            </a:r>
            <a:endParaRPr lang="hu-HU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elhő 5">
            <a:extLst>
              <a:ext uri="{FF2B5EF4-FFF2-40B4-BE49-F238E27FC236}">
                <a16:creationId xmlns:a16="http://schemas.microsoft.com/office/drawing/2014/main" id="{C5D74839-7596-B5E4-76DF-10172C2E5C7C}"/>
              </a:ext>
            </a:extLst>
          </p:cNvPr>
          <p:cNvSpPr/>
          <p:nvPr/>
        </p:nvSpPr>
        <p:spPr>
          <a:xfrm rot="20373027">
            <a:off x="759725" y="2690138"/>
            <a:ext cx="4954890" cy="2200452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elhő 6">
            <a:extLst>
              <a:ext uri="{FF2B5EF4-FFF2-40B4-BE49-F238E27FC236}">
                <a16:creationId xmlns:a16="http://schemas.microsoft.com/office/drawing/2014/main" id="{97C87142-CD38-2430-7FED-9E464AC5F068}"/>
              </a:ext>
            </a:extLst>
          </p:cNvPr>
          <p:cNvSpPr/>
          <p:nvPr/>
        </p:nvSpPr>
        <p:spPr>
          <a:xfrm rot="1774180">
            <a:off x="6342062" y="2839053"/>
            <a:ext cx="5660569" cy="2513251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A2980ED8-354E-CFD4-5428-C2F86D6626B4}"/>
              </a:ext>
            </a:extLst>
          </p:cNvPr>
          <p:cNvSpPr txBox="1">
            <a:spLocks/>
          </p:cNvSpPr>
          <p:nvPr/>
        </p:nvSpPr>
        <p:spPr>
          <a:xfrm rot="1727456">
            <a:off x="6683378" y="3269932"/>
            <a:ext cx="5346796" cy="19813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000" kern="0" dirty="0">
                <a:ea typeface="Aptos" panose="020B0004020202020204" pitchFamily="34" charset="0"/>
                <a:cs typeface="F78"/>
              </a:rPr>
              <a:t>Ha a </a:t>
            </a:r>
            <a:r>
              <a:rPr lang="hu-HU" sz="2000" kern="0" dirty="0">
                <a:ea typeface="Aptos" panose="020B0004020202020204" pitchFamily="34" charset="0"/>
                <a:cs typeface="F29"/>
              </a:rPr>
              <a:t>stabilitás nem szükséges</a:t>
            </a:r>
          </a:p>
          <a:p>
            <a:pPr marL="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000" kern="0" dirty="0">
                <a:ea typeface="Aptos" panose="020B0004020202020204" pitchFamily="34" charset="0"/>
                <a:cs typeface="F29"/>
              </a:rPr>
              <a:t> Quicksort és továbbfejlesztései</a:t>
            </a:r>
            <a:endParaRPr lang="hu-HU" sz="20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 indent="449580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a typeface="Aptos" panose="020B0004020202020204" pitchFamily="34" charset="0"/>
                <a:cs typeface="F78"/>
              </a:rPr>
              <a:t>nagyméretű tömbök</a:t>
            </a:r>
            <a:r>
              <a:rPr lang="hu-HU" sz="1800" kern="0" dirty="0">
                <a:ea typeface="Aptos" panose="020B0004020202020204" pitchFamily="34" charset="0"/>
                <a:cs typeface="F29"/>
              </a:rPr>
              <a:t>re </a:t>
            </a:r>
            <a:r>
              <a:rPr lang="hu-HU" sz="1800" kern="0" dirty="0">
                <a:ea typeface="Aptos" panose="020B0004020202020204" pitchFamily="34" charset="0"/>
                <a:cs typeface="F78"/>
              </a:rPr>
              <a:t>ennek </a:t>
            </a:r>
            <a:br>
              <a:rPr lang="hu-HU" sz="1800" kern="0" dirty="0">
                <a:ea typeface="Aptos" panose="020B0004020202020204" pitchFamily="34" charset="0"/>
                <a:cs typeface="F78"/>
              </a:rPr>
            </a:br>
            <a:r>
              <a:rPr lang="hu-HU" sz="1800" kern="0" dirty="0">
                <a:ea typeface="Aptos" panose="020B0004020202020204" pitchFamily="34" charset="0"/>
                <a:cs typeface="F78"/>
              </a:rPr>
              <a:t>		a </a:t>
            </a:r>
            <a:r>
              <a:rPr lang="hu-HU" sz="1800" kern="0" dirty="0">
                <a:ea typeface="Aptos" panose="020B0004020202020204" pitchFamily="34" charset="0"/>
                <a:cs typeface="F29"/>
              </a:rPr>
              <a:t>legjobb az átlagos műveletigénye</a:t>
            </a:r>
            <a:endParaRPr lang="hu-HU" sz="18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endParaRPr lang="hu-HU" dirty="0"/>
          </a:p>
        </p:txBody>
      </p:sp>
      <p:sp>
        <p:nvSpPr>
          <p:cNvPr id="8" name="Folyamatábra: Dokumentum 7">
            <a:extLst>
              <a:ext uri="{FF2B5EF4-FFF2-40B4-BE49-F238E27FC236}">
                <a16:creationId xmlns:a16="http://schemas.microsoft.com/office/drawing/2014/main" id="{0DB2662D-C8CC-7D2C-B699-D85176CF85C7}"/>
              </a:ext>
            </a:extLst>
          </p:cNvPr>
          <p:cNvSpPr/>
          <p:nvPr/>
        </p:nvSpPr>
        <p:spPr>
          <a:xfrm rot="10800000">
            <a:off x="4141694" y="4619123"/>
            <a:ext cx="3744320" cy="1794944"/>
          </a:xfrm>
          <a:prstGeom prst="flowChart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D49AE253-68C8-DD0B-D051-0D43B3A4F49C}"/>
              </a:ext>
            </a:extLst>
          </p:cNvPr>
          <p:cNvSpPr txBox="1">
            <a:spLocks/>
          </p:cNvSpPr>
          <p:nvPr/>
        </p:nvSpPr>
        <p:spPr>
          <a:xfrm>
            <a:off x="4216998" y="5049237"/>
            <a:ext cx="3669016" cy="12338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000" kern="0" dirty="0">
                <a:ea typeface="Aptos" panose="020B0004020202020204" pitchFamily="34" charset="0"/>
                <a:cs typeface="F78"/>
              </a:rPr>
              <a:t>A futtatási tapasztalatok:</a:t>
            </a:r>
          </a:p>
          <a:p>
            <a:pPr marL="538163" indent="-355600" defTabSz="720725">
              <a:lnSpc>
                <a:spcPct val="107000"/>
              </a:lnSpc>
              <a:spcAft>
                <a:spcPts val="800"/>
              </a:spcAft>
            </a:pPr>
            <a:r>
              <a:rPr lang="hu-HU" sz="2000" kern="0" dirty="0">
                <a:ea typeface="Aptos" panose="020B0004020202020204" pitchFamily="34" charset="0"/>
                <a:cs typeface="F29"/>
              </a:rPr>
              <a:t>láncolt listákra általában jobb választás a </a:t>
            </a:r>
            <a:r>
              <a:rPr lang="hu-HU" sz="2000" kern="0" dirty="0" err="1">
                <a:ea typeface="Aptos" panose="020B0004020202020204" pitchFamily="34" charset="0"/>
                <a:cs typeface="F29"/>
              </a:rPr>
              <a:t>merge</a:t>
            </a:r>
            <a:r>
              <a:rPr lang="hu-HU" sz="2000" kern="0" dirty="0">
                <a:ea typeface="Aptos" panose="020B0004020202020204" pitchFamily="34" charset="0"/>
                <a:cs typeface="F29"/>
              </a:rPr>
              <a:t> sort</a:t>
            </a:r>
            <a:endParaRPr lang="hu-HU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C7B6556D-A9E1-2CF5-0793-6C945AC509D2}"/>
              </a:ext>
            </a:extLst>
          </p:cNvPr>
          <p:cNvSpPr txBox="1">
            <a:spLocks/>
          </p:cNvSpPr>
          <p:nvPr/>
        </p:nvSpPr>
        <p:spPr>
          <a:xfrm rot="20066401">
            <a:off x="882474" y="3156590"/>
            <a:ext cx="4855020" cy="13199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000" kern="0" dirty="0">
                <a:ea typeface="Aptos" panose="020B0004020202020204" pitchFamily="34" charset="0"/>
                <a:cs typeface="F78"/>
              </a:rPr>
              <a:t>Ha </a:t>
            </a:r>
            <a:r>
              <a:rPr lang="hu-HU" sz="2000" kern="0" dirty="0">
                <a:ea typeface="Aptos" panose="020B0004020202020204" pitchFamily="34" charset="0"/>
                <a:cs typeface="F29"/>
              </a:rPr>
              <a:t>nagy hatékonyságú stabil rendezés</a:t>
            </a:r>
            <a:r>
              <a:rPr lang="hu-HU" sz="2000" kern="0" dirty="0">
                <a:ea typeface="Aptos" panose="020B0004020202020204" pitchFamily="34" charset="0"/>
                <a:cs typeface="F78"/>
              </a:rPr>
              <a:t> </a:t>
            </a:r>
          </a:p>
          <a:p>
            <a:pPr marL="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000" kern="0" dirty="0" err="1">
                <a:ea typeface="Aptos" panose="020B0004020202020204" pitchFamily="34" charset="0"/>
                <a:cs typeface="F29"/>
              </a:rPr>
              <a:t>Merge</a:t>
            </a:r>
            <a:r>
              <a:rPr lang="hu-HU" sz="2000" kern="0" dirty="0">
                <a:ea typeface="Aptos" panose="020B0004020202020204" pitchFamily="34" charset="0"/>
                <a:cs typeface="F29"/>
              </a:rPr>
              <a:t> sort </a:t>
            </a:r>
            <a:r>
              <a:rPr lang="hu-HU" sz="2000" kern="0" dirty="0">
                <a:ea typeface="Aptos" panose="020B0004020202020204" pitchFamily="34" charset="0"/>
                <a:cs typeface="F78"/>
              </a:rPr>
              <a:t>és továbbfejlesztései </a:t>
            </a:r>
            <a:endParaRPr lang="hu-HU" sz="20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1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alag: felfelé billentett 3">
            <a:extLst>
              <a:ext uri="{FF2B5EF4-FFF2-40B4-BE49-F238E27FC236}">
                <a16:creationId xmlns:a16="http://schemas.microsoft.com/office/drawing/2014/main" id="{BC4CA150-865E-20E5-7D0E-3EA57D3DC06C}"/>
              </a:ext>
            </a:extLst>
          </p:cNvPr>
          <p:cNvSpPr/>
          <p:nvPr/>
        </p:nvSpPr>
        <p:spPr>
          <a:xfrm>
            <a:off x="3668358" y="949484"/>
            <a:ext cx="5733826" cy="1011219"/>
          </a:xfrm>
          <a:prstGeom prst="ribbon2">
            <a:avLst>
              <a:gd name="adj1" fmla="val 23050"/>
              <a:gd name="adj2" fmla="val 6614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53A986-C584-82FC-EF11-7336C2A01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97280"/>
            <a:ext cx="10018713" cy="5760720"/>
          </a:xfrm>
        </p:spPr>
        <p:txBody>
          <a:bodyPr anchor="t">
            <a:normAutofit lnSpcReduction="10000"/>
          </a:bodyPr>
          <a:lstStyle/>
          <a:p>
            <a:pPr marL="0" indent="0" algn="ctr">
              <a:buNone/>
            </a:pPr>
            <a:r>
              <a:rPr lang="hu-HU" b="0" i="0" u="none" strike="noStrike" baseline="0" dirty="0"/>
              <a:t>„Oszd meg és uralkodj” elv</a:t>
            </a:r>
          </a:p>
          <a:p>
            <a:pPr marL="0" indent="0" algn="ctr">
              <a:buNone/>
            </a:pPr>
            <a:endParaRPr lang="hu-HU" dirty="0"/>
          </a:p>
          <a:p>
            <a:pPr marL="800100" lvl="1" indent="-342900">
              <a:buFont typeface="+mj-lt"/>
              <a:buAutoNum type="arabicPeriod"/>
            </a:pPr>
            <a:r>
              <a:rPr lang="hu-HU" b="1" i="0" u="none" strike="noStrike" baseline="0" dirty="0"/>
              <a:t>Tengely (</a:t>
            </a:r>
            <a:r>
              <a:rPr lang="hu-HU" b="1" i="0" u="none" strike="noStrike" baseline="0" dirty="0" err="1"/>
              <a:t>pivot</a:t>
            </a:r>
            <a:r>
              <a:rPr lang="hu-HU" b="1" i="0" u="none" strike="noStrike" baseline="0" dirty="0"/>
              <a:t>) kiválasztása: </a:t>
            </a:r>
            <a:r>
              <a:rPr lang="hu-HU" b="0" i="0" u="none" strike="noStrike" baseline="0" dirty="0"/>
              <a:t>rendezendő (rész)tömb egy tetszőleges eleme</a:t>
            </a:r>
          </a:p>
          <a:p>
            <a:pPr marL="800100" lvl="1" indent="-342900">
              <a:buFont typeface="+mj-lt"/>
              <a:buAutoNum type="arabicPeriod"/>
            </a:pPr>
            <a:r>
              <a:rPr lang="hu-HU" b="1" i="0" u="none" strike="noStrike" baseline="0" dirty="0"/>
              <a:t>Részekre bontás: </a:t>
            </a:r>
            <a:r>
              <a:rPr lang="hu-HU" b="1" i="0" u="none" strike="noStrike" baseline="0" dirty="0" err="1"/>
              <a:t>particionálás</a:t>
            </a:r>
            <a:r>
              <a:rPr lang="hu-HU" b="1" i="0" u="none" strike="noStrike" baseline="0" dirty="0"/>
              <a:t> (</a:t>
            </a:r>
            <a:r>
              <a:rPr lang="hu-HU" b="1" i="0" u="none" strike="noStrike" baseline="0" dirty="0" err="1"/>
              <a:t>partitioning</a:t>
            </a:r>
            <a:r>
              <a:rPr lang="hu-HU" b="1" i="0" u="none" strike="noStrike" baseline="0" dirty="0"/>
              <a:t>)</a:t>
            </a:r>
            <a:r>
              <a:rPr lang="hu-HU" b="0" i="0" u="none" strike="noStrike" baseline="0" dirty="0"/>
              <a:t>: Tömb átrendezése</a:t>
            </a:r>
          </a:p>
          <a:p>
            <a:pPr lvl="2"/>
            <a:r>
              <a:rPr lang="hu-HU" b="0" i="0" u="none" strike="noStrike" baseline="0" dirty="0"/>
              <a:t>minden, a tengelynél kisebb elem -&gt; a tengely elé</a:t>
            </a:r>
          </a:p>
          <a:p>
            <a:pPr lvl="2"/>
            <a:r>
              <a:rPr lang="hu-HU" b="0" i="0" u="none" strike="noStrike" baseline="0" dirty="0"/>
              <a:t>a nagyobbak  -&gt; utána </a:t>
            </a:r>
            <a:endParaRPr lang="hu-HU" dirty="0"/>
          </a:p>
          <a:p>
            <a:pPr lvl="2"/>
            <a:r>
              <a:rPr lang="hu-HU" b="0" i="0" u="none" strike="noStrike" baseline="0" dirty="0"/>
              <a:t>A tengellyel egyenlők -&gt; bármelyik részbe</a:t>
            </a:r>
          </a:p>
          <a:p>
            <a:pPr lvl="2">
              <a:buFont typeface="Corbel" panose="020B0503020204020204" pitchFamily="34" charset="0"/>
              <a:buChar char="∑"/>
            </a:pPr>
            <a:r>
              <a:rPr lang="hu-HU" b="0" i="0" u="none" strike="noStrike" baseline="0" dirty="0"/>
              <a:t>Tengely a végleges helyére kerül</a:t>
            </a:r>
          </a:p>
          <a:p>
            <a:pPr marL="800100" lvl="1" indent="-342900">
              <a:buFont typeface="+mj-lt"/>
              <a:buAutoNum type="arabicPeriod"/>
            </a:pPr>
            <a:r>
              <a:rPr lang="hu-HU" b="1" i="0" u="none" strike="noStrike" baseline="0" dirty="0"/>
              <a:t> </a:t>
            </a:r>
            <a:r>
              <a:rPr lang="hu-HU" i="0" u="none" strike="noStrike" baseline="0" dirty="0"/>
              <a:t>A</a:t>
            </a:r>
            <a:r>
              <a:rPr lang="hu-HU" b="0" i="0" u="none" strike="noStrike" baseline="0" dirty="0"/>
              <a:t> fenti lépések </a:t>
            </a:r>
            <a:r>
              <a:rPr lang="hu-HU" b="1" i="0" u="none" strike="noStrike" baseline="0" dirty="0"/>
              <a:t>rekurzív alkalmazása:</a:t>
            </a:r>
          </a:p>
          <a:p>
            <a:pPr lvl="2"/>
            <a:r>
              <a:rPr lang="hu-HU" b="1" i="0" u="none" strike="noStrike" baseline="0" dirty="0"/>
              <a:t>tengelynél kisebb </a:t>
            </a:r>
            <a:r>
              <a:rPr lang="hu-HU" b="0" i="0" u="none" strike="noStrike" baseline="0" dirty="0"/>
              <a:t>elemek résztömbjére</a:t>
            </a:r>
          </a:p>
          <a:p>
            <a:pPr lvl="2"/>
            <a:r>
              <a:rPr lang="hu-HU" b="1" i="0" u="none" strike="noStrike" baseline="0" dirty="0"/>
              <a:t>tengelynél nagyobb </a:t>
            </a:r>
            <a:r>
              <a:rPr lang="hu-HU" i="0" u="none" strike="noStrike" baseline="0" dirty="0"/>
              <a:t>elemek résztömbjére</a:t>
            </a:r>
            <a:endParaRPr lang="hu-HU" b="0" i="0" u="none" strike="noStrike" baseline="0" dirty="0"/>
          </a:p>
          <a:p>
            <a:pPr marL="800100" lvl="1" indent="-342900">
              <a:buFont typeface="+mj-lt"/>
              <a:buAutoNum type="arabicPeriod"/>
            </a:pPr>
            <a:r>
              <a:rPr lang="hu-HU" b="1" i="0" u="none" strike="noStrike" baseline="0" dirty="0"/>
              <a:t>A rekurzió alapesetei</a:t>
            </a:r>
            <a:endParaRPr lang="hu-HU" b="1" dirty="0"/>
          </a:p>
          <a:p>
            <a:pPr lvl="2"/>
            <a:r>
              <a:rPr lang="hu-HU" b="1" i="0" u="none" strike="noStrike" baseline="0" dirty="0"/>
              <a:t>üres és az egyelemű résztömbök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b="0" i="0" u="none" strike="noStrike" baseline="0" dirty="0"/>
              <a:t> </a:t>
            </a:r>
            <a:r>
              <a:rPr lang="hu-HU" dirty="0"/>
              <a:t>E</a:t>
            </a:r>
            <a:r>
              <a:rPr lang="hu-HU" b="0" i="0" u="none" strike="noStrike" baseline="0" dirty="0"/>
              <a:t>leve készen vannak -&gt; nem kell őket rendezni.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9C2166-6569-5295-9279-92F89229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86061"/>
            <a:ext cx="10018713" cy="863423"/>
          </a:xfrm>
        </p:spPr>
        <p:txBody>
          <a:bodyPr/>
          <a:lstStyle/>
          <a:p>
            <a:r>
              <a:rPr lang="hu-HU" dirty="0"/>
              <a:t>Gyorsrendezés lépései</a:t>
            </a:r>
          </a:p>
        </p:txBody>
      </p:sp>
    </p:spTree>
    <p:extLst>
      <p:ext uri="{BB962C8B-B14F-4D97-AF65-F5344CB8AC3E}">
        <p14:creationId xmlns:p14="http://schemas.microsoft.com/office/powerpoint/2010/main" val="160616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CB7A7C-B367-C1F0-6FC8-A4A92109C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76067"/>
            <a:ext cx="10018713" cy="891073"/>
          </a:xfrm>
        </p:spPr>
        <p:txBody>
          <a:bodyPr/>
          <a:lstStyle/>
          <a:p>
            <a:r>
              <a:rPr lang="hu-HU" dirty="0"/>
              <a:t>Gyorsrendezés algoritmusa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D1471C3-A8AB-8C99-153A-AE69D363A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140" y="3242440"/>
            <a:ext cx="10018713" cy="2737946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hu-HU" sz="2200" dirty="0">
                <a:latin typeface="+mj-lt"/>
              </a:rPr>
              <a:t>A</a:t>
            </a:r>
            <a:r>
              <a:rPr lang="hu-HU" sz="2200" b="0" i="0" u="none" strike="noStrike" baseline="0" dirty="0">
                <a:latin typeface="+mj-lt"/>
              </a:rPr>
              <a:t> tengely kiválasztása és a részekre bontás lépései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b="0" i="0" u="none" strike="noStrike" baseline="0" dirty="0">
                <a:latin typeface="+mj-lt"/>
              </a:rPr>
              <a:t>Többféleképpen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b="0" i="0" u="none" strike="noStrike" baseline="0" dirty="0">
                <a:latin typeface="+mj-lt"/>
              </a:rPr>
              <a:t>A módszerek konkrét megválasztása </a:t>
            </a:r>
            <a:br>
              <a:rPr lang="hu-HU" b="0" i="0" u="none" strike="noStrike" baseline="0" dirty="0">
                <a:latin typeface="+mj-lt"/>
              </a:rPr>
            </a:br>
            <a:r>
              <a:rPr lang="hu-HU" b="0" i="0" u="none" strike="noStrike" baseline="0" dirty="0">
                <a:latin typeface="+mj-lt"/>
              </a:rPr>
              <a:t>er</a:t>
            </a:r>
            <a:r>
              <a:rPr lang="hu-HU" dirty="0">
                <a:latin typeface="+mj-lt"/>
              </a:rPr>
              <a:t>ő</a:t>
            </a:r>
            <a:r>
              <a:rPr lang="hu-HU" b="0" i="0" u="none" strike="noStrike" baseline="0" dirty="0">
                <a:latin typeface="+mj-lt"/>
              </a:rPr>
              <a:t>sen befolyásolja a rendezés hatékonyságát.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b="0" i="0" u="none" strike="noStrike" baseline="0" dirty="0">
                <a:latin typeface="+mj-lt"/>
              </a:rPr>
              <a:t>Fontos követelmény: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b="0" i="0" u="none" strike="noStrike" baseline="0" dirty="0">
                <a:latin typeface="+mj-lt"/>
              </a:rPr>
              <a:t>együtt lineáris időben befejeződjenek</a:t>
            </a:r>
            <a:endParaRPr lang="hu-HU" dirty="0">
              <a:latin typeface="+mj-lt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8A71BE1-5C09-46A5-C088-0A0C05BE3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305" y="1834635"/>
            <a:ext cx="5327775" cy="115613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7798894-5333-2F08-B724-BBE57348E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068" y="3615560"/>
            <a:ext cx="3728937" cy="25724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266628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8B3CE0A4-CCFA-96CE-8B63-C03F30451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559" y="909461"/>
            <a:ext cx="4993013" cy="533906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BCB7A7C-B367-C1F0-6FC8-A4A92109C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502" y="79310"/>
            <a:ext cx="6446709" cy="1273629"/>
          </a:xfrm>
        </p:spPr>
        <p:txBody>
          <a:bodyPr/>
          <a:lstStyle/>
          <a:p>
            <a:r>
              <a:rPr lang="hu-HU" dirty="0" err="1"/>
              <a:t>Partition</a:t>
            </a:r>
            <a:r>
              <a:rPr lang="hu-HU" dirty="0"/>
              <a:t> függvény: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D1471C3-A8AB-8C99-153A-AE69D363AB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940838"/>
                <a:ext cx="5781164" cy="567456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hu-HU" sz="1800" b="0" u="none" strike="noStrike" baseline="0" dirty="0"/>
                  <a:t>Jelölések: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 err="1"/>
                  <a:t>k</a:t>
                </a:r>
                <a:r>
                  <a:rPr lang="hu-HU" sz="1400" b="0" i="0" u="none" strike="noStrike" baseline="0" dirty="0" err="1"/>
                  <a:t>..</a:t>
                </a:r>
                <a:r>
                  <a:rPr lang="hu-HU" sz="1400" b="0" i="1" u="none" strike="noStrike" baseline="0" dirty="0" err="1"/>
                  <a:t>m</a:t>
                </a:r>
                <a:r>
                  <a:rPr lang="hu-HU" sz="1400" b="0" i="0" u="none" strike="noStrike" baseline="0" dirty="0"/>
                  <a:t>] ≤ </a:t>
                </a:r>
                <a:r>
                  <a:rPr lang="hu-HU" sz="1400" b="0" i="1" u="none" strike="noStrike" baseline="0" dirty="0"/>
                  <a:t>x</a:t>
                </a:r>
                <a:r>
                  <a:rPr lang="hu-HU" sz="1400" b="0" i="0" u="none" strike="noStrike" baseline="0" dirty="0"/>
                  <a:t> </a:t>
                </a:r>
                <a:r>
                  <a:rPr lang="hu-HU" sz="1400" b="0" i="0" u="none" strike="noStrike" baseline="0" dirty="0">
                    <a:sym typeface="Wingdings" panose="05000000000000000000" pitchFamily="2" charset="2"/>
                  </a:rPr>
                  <a:t></a:t>
                </a:r>
                <a:r>
                  <a:rPr lang="hu-HU" sz="1400" b="0" i="0" u="none" strike="noStrike" baseline="0" dirty="0"/>
                  <a:t> ha </a:t>
                </a:r>
                <a14:m>
                  <m:oMath xmlns:m="http://schemas.openxmlformats.org/officeDocument/2006/math">
                    <m:r>
                      <a:rPr lang="hu-HU" sz="1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</m:oMath>
                </a14:m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 (</a:t>
                </a:r>
                <a:r>
                  <a:rPr lang="hu-HU" sz="1400" b="0" i="1" u="none" strike="noStrike" baseline="0" dirty="0"/>
                  <a:t>k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m) :</a:t>
                </a:r>
                <a:r>
                  <a:rPr lang="hu-HU" sz="1400" b="0" i="0" u="none" strike="noStrike" baseline="0" dirty="0"/>
                  <a:t> </a:t>
                </a: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] ≤ </a:t>
                </a:r>
                <a:r>
                  <a:rPr lang="hu-HU" sz="1400" b="0" i="1" u="none" strike="noStrike" baseline="0" dirty="0"/>
                  <a:t>x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 err="1"/>
                  <a:t>k</a:t>
                </a:r>
                <a:r>
                  <a:rPr lang="hu-HU" sz="1400" b="0" i="0" u="none" strike="noStrike" baseline="0" dirty="0" err="1"/>
                  <a:t>..</a:t>
                </a:r>
                <a:r>
                  <a:rPr lang="hu-HU" sz="1400" b="0" i="1" u="none" strike="noStrike" baseline="0" dirty="0" err="1"/>
                  <a:t>m</a:t>
                </a:r>
                <a:r>
                  <a:rPr lang="hu-HU" sz="1400" b="0" i="0" u="none" strike="noStrike" baseline="0" dirty="0"/>
                  <a:t>] </a:t>
                </a:r>
                <a:r>
                  <a:rPr lang="hu-HU" sz="1400" dirty="0"/>
                  <a:t>≥ </a:t>
                </a:r>
                <a:r>
                  <a:rPr lang="hu-HU" sz="1400" b="0" i="1" u="none" strike="noStrike" baseline="0" dirty="0"/>
                  <a:t>x</a:t>
                </a:r>
                <a:r>
                  <a:rPr lang="hu-HU" sz="1400" b="0" i="0" u="none" strike="noStrike" baseline="0" dirty="0"/>
                  <a:t> </a:t>
                </a:r>
                <a:r>
                  <a:rPr lang="hu-HU" sz="1400" b="0" i="0" u="none" strike="noStrike" baseline="0" dirty="0">
                    <a:sym typeface="Wingdings" panose="05000000000000000000" pitchFamily="2" charset="2"/>
                  </a:rPr>
                  <a:t></a:t>
                </a:r>
                <a:r>
                  <a:rPr lang="hu-HU" sz="1400" b="0" i="0" u="none" strike="noStrike" baseline="0" dirty="0"/>
                  <a:t> ha </a:t>
                </a:r>
                <a14:m>
                  <m:oMath xmlns:m="http://schemas.openxmlformats.org/officeDocument/2006/math">
                    <m:r>
                      <a:rPr lang="hu-HU" sz="1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</m:oMath>
                </a14:m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 (</a:t>
                </a:r>
                <a:r>
                  <a:rPr lang="hu-HU" sz="1400" b="0" i="1" u="none" strike="noStrike" baseline="0" dirty="0"/>
                  <a:t>k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m) :</a:t>
                </a:r>
                <a:r>
                  <a:rPr lang="hu-HU" sz="1400" b="0" i="0" u="none" strike="noStrike" baseline="0" dirty="0"/>
                  <a:t> </a:t>
                </a: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] </a:t>
                </a:r>
                <a:r>
                  <a:rPr lang="hu-HU" sz="1400" dirty="0"/>
                  <a:t>≥ </a:t>
                </a:r>
                <a:r>
                  <a:rPr lang="hu-HU" sz="1400" b="0" i="1" u="none" strike="noStrike" baseline="0" dirty="0"/>
                  <a:t>x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hu-HU" sz="1800" dirty="0"/>
                  <a:t>Bemenet: </a:t>
                </a:r>
                <a:r>
                  <a:rPr lang="hu-HU" sz="1800" i="1" dirty="0"/>
                  <a:t>A</a:t>
                </a:r>
                <a:r>
                  <a:rPr lang="hu-HU" sz="1800" dirty="0"/>
                  <a:t>[</a:t>
                </a:r>
                <a:r>
                  <a:rPr lang="hu-HU" sz="1800" i="1" dirty="0" err="1"/>
                  <a:t>p</a:t>
                </a:r>
                <a:r>
                  <a:rPr lang="hu-HU" sz="1800" dirty="0" err="1"/>
                  <a:t>..</a:t>
                </a:r>
                <a:r>
                  <a:rPr lang="hu-HU" sz="1800" i="1" dirty="0" err="1"/>
                  <a:t>r</a:t>
                </a:r>
                <a:r>
                  <a:rPr lang="hu-HU" sz="1800" dirty="0"/>
                  <a:t>] résztömb, </a:t>
                </a:r>
                <a:r>
                  <a:rPr lang="hu-HU" sz="1800" dirty="0" err="1"/>
                  <a:t>pivot</a:t>
                </a:r>
                <a:r>
                  <a:rPr lang="hu-HU" sz="1800" dirty="0"/>
                  <a:t>: 5 (</a:t>
                </a:r>
                <a:r>
                  <a:rPr lang="hu-HU" sz="1800" i="1" dirty="0"/>
                  <a:t>p</a:t>
                </a:r>
                <a:r>
                  <a:rPr lang="hu-HU" sz="1800" dirty="0"/>
                  <a:t>+3. indexű elem)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hu-HU" sz="18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hu-HU" sz="18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hu-HU" sz="1800" b="0" u="none" strike="noStrike" baseline="0" dirty="0"/>
                  <a:t>1. ciklus:</a:t>
                </a:r>
                <a:r>
                  <a:rPr lang="hu-HU" sz="1800" dirty="0"/>
                  <a:t> megkeresi az 1. tengelynél &gt; elemet (ha van)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hu-HU" sz="1400" b="0" i="1" u="none" strike="noStrike" baseline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hu-HU" sz="1800" b="0" u="none" strike="noStrike" baseline="0" dirty="0"/>
                  <a:t>A </a:t>
                </a:r>
                <a:r>
                  <a:rPr lang="hu-HU" sz="1800" b="0" i="1" u="none" strike="noStrike" baseline="0" dirty="0"/>
                  <a:t>j</a:t>
                </a:r>
                <a:r>
                  <a:rPr lang="hu-HU" sz="1800" b="0" u="none" strike="noStrike" baseline="0" dirty="0"/>
                  <a:t> a következő elemre áll:</a:t>
                </a:r>
                <a:endParaRPr lang="hu-HU" sz="1800" b="0" i="1" u="none" strike="noStrike" baseline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p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i</a:t>
                </a:r>
                <a:r>
                  <a:rPr lang="hu-HU" sz="1400" b="0" i="0" u="none" strike="noStrike" baseline="0" dirty="0"/>
                  <a:t> &lt; </a:t>
                </a:r>
                <a:r>
                  <a:rPr lang="hu-HU" sz="1400" b="0" i="1" u="none" strike="noStrike" baseline="0" dirty="0"/>
                  <a:t>j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r </a:t>
                </a:r>
                <a:endParaRPr lang="hu-HU" sz="1400" b="0" u="none" strike="noStrike" baseline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Az </a:t>
                </a:r>
                <a:r>
                  <a:rPr lang="hu-HU" sz="1400" i="1" dirty="0"/>
                  <a:t>A</a:t>
                </a:r>
                <a:r>
                  <a:rPr lang="hu-HU" sz="1400" dirty="0"/>
                  <a:t>[</a:t>
                </a:r>
                <a:r>
                  <a:rPr lang="hu-HU" sz="1400" i="1" dirty="0" err="1"/>
                  <a:t>p</a:t>
                </a:r>
                <a:r>
                  <a:rPr lang="hu-HU" sz="1400" dirty="0" err="1"/>
                  <a:t>..</a:t>
                </a:r>
                <a:r>
                  <a:rPr lang="hu-HU" sz="1400" i="1" dirty="0" err="1"/>
                  <a:t>r</a:t>
                </a:r>
                <a:r>
                  <a:rPr lang="hu-HU" sz="1400" dirty="0"/>
                  <a:t>] résztömb szakaszai: (2. </a:t>
                </a:r>
                <a:r>
                  <a:rPr lang="hu-HU" sz="1400" dirty="0" err="1"/>
                  <a:t>inv</a:t>
                </a:r>
                <a:r>
                  <a:rPr lang="hu-HU" sz="1400" dirty="0"/>
                  <a:t>. </a:t>
                </a:r>
                <a:r>
                  <a:rPr lang="hu-HU" sz="1400" dirty="0" err="1"/>
                  <a:t>tul</a:t>
                </a:r>
                <a:r>
                  <a:rPr lang="hu-HU" sz="1400" dirty="0"/>
                  <a:t>.)</a:t>
                </a:r>
                <a:endParaRPr lang="hu-HU" sz="1400" b="0" i="1" u="none" strike="noStrike" baseline="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200" b="0" i="1" u="none" strike="noStrike" baseline="0" dirty="0"/>
                  <a:t>A</a:t>
                </a:r>
                <a:r>
                  <a:rPr lang="hu-HU" sz="1200" b="0" i="0" u="none" strike="noStrike" baseline="0" dirty="0"/>
                  <a:t>[</a:t>
                </a:r>
                <a:r>
                  <a:rPr lang="hu-HU" sz="1200" b="0" i="1" u="none" strike="noStrike" baseline="0" dirty="0" err="1"/>
                  <a:t>p</a:t>
                </a:r>
                <a:r>
                  <a:rPr lang="hu-HU" sz="1200" b="0" i="0" u="none" strike="noStrike" baseline="0" dirty="0" err="1"/>
                  <a:t>..</a:t>
                </a:r>
                <a:r>
                  <a:rPr lang="hu-HU" sz="1200" b="0" i="1" u="none" strike="noStrike" baseline="0" dirty="0" err="1"/>
                  <a:t>i</a:t>
                </a:r>
                <a:r>
                  <a:rPr lang="hu-HU" sz="1200" b="0" i="0" u="none" strike="noStrike" baseline="0" dirty="0"/>
                  <a:t>) ≤ </a:t>
                </a:r>
                <a:r>
                  <a:rPr lang="hu-HU" sz="1200" b="0" i="1" u="none" strike="noStrike" baseline="0" dirty="0" err="1"/>
                  <a:t>pivot</a:t>
                </a:r>
                <a:r>
                  <a:rPr lang="hu-HU" sz="1200" b="0" i="1" u="none" strike="noStrike" baseline="0" dirty="0"/>
                  <a:t>				p</a:t>
                </a:r>
                <a:r>
                  <a:rPr lang="hu-HU" sz="1200" b="0" i="0" u="none" strike="noStrike" baseline="0" dirty="0"/>
                  <a:t> ≤</a:t>
                </a:r>
                <a:endParaRPr lang="hu-HU" sz="1200" b="0" i="1" u="none" strike="noStrike" baseline="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 err="1"/>
                  <a:t>i</a:t>
                </a:r>
                <a:r>
                  <a:rPr lang="hu-HU" sz="1400" b="0" i="0" u="none" strike="noStrike" baseline="0" dirty="0" err="1"/>
                  <a:t>..</a:t>
                </a:r>
                <a:r>
                  <a:rPr lang="hu-HU" sz="1400" b="0" i="1" u="none" strike="noStrike" baseline="0" dirty="0" err="1"/>
                  <a:t>j</a:t>
                </a:r>
                <a:r>
                  <a:rPr lang="hu-HU" sz="1400" b="0" i="0" u="none" strike="noStrike" baseline="0" dirty="0"/>
                  <a:t>)≥ </a:t>
                </a:r>
                <a:r>
                  <a:rPr lang="hu-HU" sz="1400" b="0" i="1" u="none" strike="noStrike" baseline="0" dirty="0" err="1"/>
                  <a:t>pivot</a:t>
                </a:r>
                <a:r>
                  <a:rPr lang="hu-HU" sz="1400" b="0" i="1" u="none" strike="noStrike" baseline="0" dirty="0"/>
                  <a:t>				i&lt;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 err="1"/>
                  <a:t>j</a:t>
                </a:r>
                <a:r>
                  <a:rPr lang="hu-HU" sz="1400" b="0" i="0" u="none" strike="noStrike" baseline="0" dirty="0" err="1"/>
                  <a:t>..</a:t>
                </a:r>
                <a:r>
                  <a:rPr lang="hu-HU" sz="1400" b="0" i="1" u="none" strike="noStrike" baseline="0" dirty="0" err="1"/>
                  <a:t>r</a:t>
                </a:r>
                <a:r>
                  <a:rPr lang="hu-HU" sz="1400" b="0" i="0" u="none" strike="noStrike" baseline="0" dirty="0"/>
                  <a:t>)  (ismeretlen)			</a:t>
                </a:r>
                <a:r>
                  <a:rPr lang="hu-HU" sz="1400" b="0" i="1" u="none" strike="noStrike" baseline="0" dirty="0"/>
                  <a:t>j </a:t>
                </a:r>
                <a:r>
                  <a:rPr lang="hu-HU" sz="1400" b="0" i="0" u="none" strike="noStrike" baseline="0" dirty="0"/>
                  <a:t>≤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/>
                  <a:t>r</a:t>
                </a:r>
                <a:r>
                  <a:rPr lang="hu-HU" sz="1400" b="0" i="0" u="none" strike="noStrike" baseline="0" dirty="0"/>
                  <a:t>] </a:t>
                </a:r>
                <a:r>
                  <a:rPr lang="hu-HU" sz="1200" b="0" i="0" u="none" strike="noStrike" baseline="0" dirty="0"/>
                  <a:t> (</a:t>
                </a:r>
                <a:r>
                  <a:rPr lang="hu-HU" sz="1200" b="0" i="1" u="none" strike="noStrike" baseline="0" dirty="0" err="1"/>
                  <a:t>pivot</a:t>
                </a:r>
                <a:r>
                  <a:rPr lang="hu-HU" sz="1200" b="0" i="0" u="none" strike="noStrike" baseline="0" dirty="0"/>
                  <a:t>)				</a:t>
                </a:r>
                <a:r>
                  <a:rPr lang="hu-HU" sz="1200" b="0" i="1" u="none" strike="noStrike" baseline="0" dirty="0"/>
                  <a:t>r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D1471C3-A8AB-8C99-153A-AE69D363AB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940838"/>
                <a:ext cx="5781164" cy="5674566"/>
              </a:xfrm>
              <a:blipFill>
                <a:blip r:embed="rId3"/>
                <a:stretch>
                  <a:fillRect l="-158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D39FAE62-1A02-D8BD-3728-ABC04D046691}"/>
              </a:ext>
            </a:extLst>
          </p:cNvPr>
          <p:cNvCxnSpPr/>
          <p:nvPr/>
        </p:nvCxnSpPr>
        <p:spPr>
          <a:xfrm flipV="1">
            <a:off x="5365102" y="1673638"/>
            <a:ext cx="2093345" cy="1015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B82E1A15-1C3D-57A7-7BDF-7EA49022830D}"/>
              </a:ext>
            </a:extLst>
          </p:cNvPr>
          <p:cNvCxnSpPr>
            <a:cxnSpLocks/>
          </p:cNvCxnSpPr>
          <p:nvPr/>
        </p:nvCxnSpPr>
        <p:spPr>
          <a:xfrm flipV="1">
            <a:off x="5759987" y="2034073"/>
            <a:ext cx="1819862" cy="999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6BF5695E-F803-C056-CDD0-D72C20854A49}"/>
              </a:ext>
            </a:extLst>
          </p:cNvPr>
          <p:cNvCxnSpPr/>
          <p:nvPr/>
        </p:nvCxnSpPr>
        <p:spPr>
          <a:xfrm flipV="1">
            <a:off x="5393094" y="2855167"/>
            <a:ext cx="2065353" cy="1129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80FEF2DF-F38D-6875-DA14-3E5AE31BCF52}"/>
              </a:ext>
            </a:extLst>
          </p:cNvPr>
          <p:cNvCxnSpPr>
            <a:cxnSpLocks/>
          </p:cNvCxnSpPr>
          <p:nvPr/>
        </p:nvCxnSpPr>
        <p:spPr>
          <a:xfrm flipV="1">
            <a:off x="6793768" y="3760570"/>
            <a:ext cx="786081" cy="85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Kép 8">
            <a:extLst>
              <a:ext uri="{FF2B5EF4-FFF2-40B4-BE49-F238E27FC236}">
                <a16:creationId xmlns:a16="http://schemas.microsoft.com/office/drawing/2014/main" id="{30472612-735E-87DE-BD49-EB887AD21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813" y="2512157"/>
            <a:ext cx="2450289" cy="4416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099D2670-F1A0-D6F1-0E44-AE7550172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455" y="2964806"/>
            <a:ext cx="3871540" cy="4416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B5D87B44-D501-E839-10C8-2F934F075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965" y="3730282"/>
            <a:ext cx="2629129" cy="4606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31" name="Kép 30">
            <a:extLst>
              <a:ext uri="{FF2B5EF4-FFF2-40B4-BE49-F238E27FC236}">
                <a16:creationId xmlns:a16="http://schemas.microsoft.com/office/drawing/2014/main" id="{A0E7F5A1-932E-35E8-4C3D-74F06C1F73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545" y="4427428"/>
            <a:ext cx="2629129" cy="4662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27349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ullám 2">
            <a:extLst>
              <a:ext uri="{FF2B5EF4-FFF2-40B4-BE49-F238E27FC236}">
                <a16:creationId xmlns:a16="http://schemas.microsoft.com/office/drawing/2014/main" id="{8448C6C9-AC75-770F-E4EE-1A72559C1291}"/>
              </a:ext>
            </a:extLst>
          </p:cNvPr>
          <p:cNvSpPr/>
          <p:nvPr/>
        </p:nvSpPr>
        <p:spPr>
          <a:xfrm>
            <a:off x="6362435" y="5775649"/>
            <a:ext cx="5801360" cy="1082351"/>
          </a:xfrm>
          <a:prstGeom prst="wave">
            <a:avLst>
              <a:gd name="adj1" fmla="val 12500"/>
              <a:gd name="adj2" fmla="val 35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DCC7D2E-0C5F-9041-ED8C-3E7A0116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93" y="304358"/>
            <a:ext cx="10018713" cy="777993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027EBF73-082B-FF26-7167-4D3C6A8C1D6B}"/>
              </a:ext>
            </a:extLst>
          </p:cNvPr>
          <p:cNvSpPr txBox="1">
            <a:spLocks/>
          </p:cNvSpPr>
          <p:nvPr/>
        </p:nvSpPr>
        <p:spPr>
          <a:xfrm>
            <a:off x="806262" y="1045907"/>
            <a:ext cx="7870377" cy="56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790575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A továbbiakban: az ismeretlen szakasz elemeit </a:t>
            </a:r>
          </a:p>
          <a:p>
            <a:pPr marL="1247775" lvl="1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sorban a tengelynél </a:t>
            </a:r>
            <a:r>
              <a:rPr lang="hu-HU" kern="0" dirty="0">
                <a:effectLst/>
                <a:ea typeface="Aptos" panose="020B0004020202020204" pitchFamily="34" charset="0"/>
                <a:cs typeface="CMSY10"/>
              </a:rPr>
              <a:t>≤ 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vagy </a:t>
            </a:r>
            <a:r>
              <a:rPr lang="hu-HU" kern="0" dirty="0">
                <a:effectLst/>
                <a:ea typeface="Aptos" panose="020B0004020202020204" pitchFamily="34" charset="0"/>
                <a:cs typeface="CMSY10"/>
              </a:rPr>
              <a:t>≥ 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elemek szakaszához kapcsoljuk</a:t>
            </a:r>
          </a:p>
          <a:p>
            <a:pPr marL="1247775" lvl="1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amíg az ismeretlen szakasz el nem fogy. 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90575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Végül: a tengely -&gt; az első két szakasz közé kerül 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90575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A második szakasz eltolása: nagyon rossz hatékonyság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76325" lvl="2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000" kern="0" dirty="0">
                <a:effectLst/>
                <a:ea typeface="Aptos" panose="020B0004020202020204" pitchFamily="34" charset="0"/>
                <a:cs typeface="F29"/>
              </a:rPr>
              <a:t>elkerülése: az aktuális elemet mindkét esetben megcseréljük a második szakasz első elemével</a:t>
            </a:r>
            <a:endParaRPr lang="hu-H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90625"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következmény: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a Quicksort nem stabil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4F69046A-11E7-95F2-013C-1D5C21B7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640" y="1913632"/>
            <a:ext cx="3322292" cy="355255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13F37D61-584E-C4EE-1D83-95DCA547D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298" y="6096402"/>
            <a:ext cx="5471634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3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0DB5-3AA8-BC29-8731-A447D435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függőleges 4">
            <a:extLst>
              <a:ext uri="{FF2B5EF4-FFF2-40B4-BE49-F238E27FC236}">
                <a16:creationId xmlns:a16="http://schemas.microsoft.com/office/drawing/2014/main" id="{5683B508-AF97-6BED-E6C4-3BDE08C44B77}"/>
              </a:ext>
            </a:extLst>
          </p:cNvPr>
          <p:cNvSpPr/>
          <p:nvPr/>
        </p:nvSpPr>
        <p:spPr>
          <a:xfrm>
            <a:off x="6786880" y="2071941"/>
            <a:ext cx="5405120" cy="4085019"/>
          </a:xfrm>
          <a:prstGeom prst="verticalScroll">
            <a:avLst>
              <a:gd name="adj" fmla="val 1075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54092D-959D-DD4B-D601-57776AF8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882" y="139959"/>
            <a:ext cx="10018713" cy="777993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 2. ciklus végrehajtásai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202B8E3-77FB-231A-45C3-EC3778465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2052" y="1173428"/>
            <a:ext cx="3556000" cy="643036"/>
          </a:xfrm>
          <a:ln>
            <a:noFill/>
          </a:ln>
        </p:spPr>
        <p:txBody>
          <a:bodyPr>
            <a:normAutofit/>
          </a:bodyPr>
          <a:lstStyle/>
          <a:p>
            <a:r>
              <a:rPr lang="hu-HU" dirty="0"/>
              <a:t>A 2. ciklus változásai: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BFD3D3C2-6211-3335-B51C-EEA0814940F8}"/>
              </a:ext>
            </a:extLst>
          </p:cNvPr>
          <p:cNvSpPr txBox="1">
            <a:spLocks/>
          </p:cNvSpPr>
          <p:nvPr/>
        </p:nvSpPr>
        <p:spPr>
          <a:xfrm>
            <a:off x="1244847" y="701040"/>
            <a:ext cx="5833685" cy="6017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 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] = 1 </a:t>
            </a:r>
            <a:r>
              <a:rPr lang="hu-HU" kern="0" dirty="0">
                <a:effectLst/>
                <a:ea typeface="Aptos" panose="020B0004020202020204" pitchFamily="34" charset="0"/>
                <a:cs typeface="CMMI12"/>
              </a:rPr>
              <a:t>&lt;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pivot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CMMI12"/>
              </a:rPr>
              <a:t>=5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98500" lvl="1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csere(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], 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])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98550" lvl="3" indent="-285750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-&gt; az </a:t>
            </a:r>
            <a:r>
              <a:rPr lang="hu-HU" sz="1800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sz="1800" i="1" kern="0" dirty="0" err="1">
                <a:effectLst/>
                <a:ea typeface="Aptos" panose="020B0004020202020204" pitchFamily="34" charset="0"/>
                <a:cs typeface="CMMI12"/>
              </a:rPr>
              <a:t>p</a:t>
            </a:r>
            <a:r>
              <a:rPr lang="hu-HU" sz="1800" kern="0" dirty="0" err="1">
                <a:effectLst/>
                <a:ea typeface="Aptos" panose="020B0004020202020204" pitchFamily="34" charset="0"/>
                <a:cs typeface="CMMI12"/>
              </a:rPr>
              <a:t>..</a:t>
            </a:r>
            <a:r>
              <a:rPr lang="hu-HU" sz="1800" i="1" kern="0" dirty="0" err="1">
                <a:effectLst/>
                <a:ea typeface="Aptos" panose="020B0004020202020204" pitchFamily="34" charset="0"/>
                <a:cs typeface="CMMI12"/>
              </a:rPr>
              <a:t>r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] 1.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 szakaszához</a:t>
            </a:r>
            <a:br>
              <a:rPr lang="hu-HU" sz="1800" kern="0" dirty="0">
                <a:effectLst/>
                <a:ea typeface="Aptos" panose="020B0004020202020204" pitchFamily="34" charset="0"/>
                <a:cs typeface="F29"/>
              </a:rPr>
            </a:b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(a tengelynél </a:t>
            </a:r>
            <a:r>
              <a:rPr lang="hu-HU" sz="1800" kern="0" dirty="0">
                <a:effectLst/>
                <a:ea typeface="Aptos" panose="020B0004020202020204" pitchFamily="34" charset="0"/>
                <a:cs typeface="CMSY10"/>
              </a:rPr>
              <a:t>≤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elemei) </a:t>
            </a:r>
            <a:endParaRPr lang="hu-HU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98550" lvl="3" indent="-285750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A[</a:t>
            </a:r>
            <a:r>
              <a:rPr lang="hu-HU" sz="1800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] (az 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inv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. alapján) </a:t>
            </a:r>
            <a:r>
              <a:rPr lang="hu-HU" sz="1800" kern="0" dirty="0">
                <a:effectLst/>
                <a:ea typeface="Aptos" panose="020B0004020202020204" pitchFamily="34" charset="0"/>
                <a:cs typeface="CMSY10"/>
              </a:rPr>
              <a:t>≥ 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x</a:t>
            </a:r>
            <a:r>
              <a:rPr lang="hu-HU" sz="1800" kern="0" dirty="0">
                <a:ea typeface="Aptos" panose="020B0004020202020204" pitchFamily="34" charset="0"/>
                <a:cs typeface="CMMI12"/>
              </a:rPr>
              <a:t> -&gt;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a 2. szakasz </a:t>
            </a:r>
            <a:br>
              <a:rPr lang="hu-HU" sz="1800" kern="0" dirty="0">
                <a:effectLst/>
                <a:ea typeface="Aptos" panose="020B0004020202020204" pitchFamily="34" charset="0"/>
                <a:cs typeface="F29"/>
              </a:rPr>
            </a:b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 (a tengelynél </a:t>
            </a:r>
            <a:r>
              <a:rPr lang="hu-HU" sz="1800" kern="0" dirty="0">
                <a:effectLst/>
                <a:ea typeface="Aptos" panose="020B0004020202020204" pitchFamily="34" charset="0"/>
                <a:cs typeface="CMSY10"/>
              </a:rPr>
              <a:t>≥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elemek szakasza)</a:t>
            </a:r>
          </a:p>
          <a:p>
            <a:pPr marL="1098550" lvl="3" indent="-285750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Szakaszhatárok változása -&gt; </a:t>
            </a:r>
            <a:r>
              <a:rPr lang="hu-HU" sz="1800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++; </a:t>
            </a:r>
            <a:r>
              <a:rPr lang="hu-HU" sz="1800" i="1" kern="0" dirty="0">
                <a:effectLst/>
                <a:ea typeface="Aptos" panose="020B0004020202020204" pitchFamily="34" charset="0"/>
                <a:cs typeface="F29"/>
              </a:rPr>
              <a:t>j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++</a:t>
            </a:r>
            <a:br>
              <a:rPr lang="hu-HU" sz="1800" kern="0" dirty="0">
                <a:effectLst/>
                <a:ea typeface="Aptos" panose="020B0004020202020204" pitchFamily="34" charset="0"/>
                <a:cs typeface="F29"/>
              </a:rPr>
            </a:b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(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cikl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. </a:t>
            </a:r>
            <a:r>
              <a:rPr lang="hu-HU" sz="1800" kern="0" dirty="0" err="1">
                <a:ea typeface="Aptos" panose="020B0004020202020204" pitchFamily="34" charset="0"/>
                <a:cs typeface="F29"/>
              </a:rPr>
              <a:t>i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nv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. igaz maradjon)</a:t>
            </a:r>
          </a:p>
          <a:p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b="0" i="0" u="none" strike="noStrike" baseline="0" dirty="0"/>
              <a:t> = 6 ≥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pivot</a:t>
            </a:r>
            <a:r>
              <a:rPr lang="hu-HU" b="0" i="0" u="none" strike="noStrike" baseline="0" dirty="0"/>
              <a:t> = 5 </a:t>
            </a:r>
          </a:p>
          <a:p>
            <a:pPr lvl="1"/>
            <a:r>
              <a:rPr lang="hu-HU" b="0" i="0" u="none" strike="noStrike" baseline="0" dirty="0"/>
              <a:t>A[</a:t>
            </a:r>
            <a:r>
              <a:rPr lang="hu-HU" b="0" i="1" u="none" strike="noStrike" baseline="0" dirty="0"/>
              <a:t>j</a:t>
            </a:r>
            <a:r>
              <a:rPr lang="hu-HU" b="0" i="0" u="none" strike="noStrike" baseline="0" dirty="0"/>
              <a:t>]-t hozzávesszük a 2. szakaszhoz</a:t>
            </a:r>
          </a:p>
          <a:p>
            <a:pPr lvl="1"/>
            <a:r>
              <a:rPr lang="hu-HU" b="0" i="1" u="none" strike="noStrike" baseline="0" dirty="0"/>
              <a:t>j</a:t>
            </a:r>
            <a:r>
              <a:rPr lang="hu-HU" b="0" i="0" u="none" strike="noStrike" baseline="0" dirty="0"/>
              <a:t>++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3634EB65-5401-CD39-9B73-D8479EEAC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609" y="2738631"/>
            <a:ext cx="3989444" cy="827529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9AF8F79-5696-6DF3-4AE7-C2392D990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08" y="4642620"/>
            <a:ext cx="3989444" cy="82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0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A3B4-C2B7-8B40-9FC3-4218C303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függőleges 4">
            <a:extLst>
              <a:ext uri="{FF2B5EF4-FFF2-40B4-BE49-F238E27FC236}">
                <a16:creationId xmlns:a16="http://schemas.microsoft.com/office/drawing/2014/main" id="{8F1CE42D-9EF6-ABF7-39C4-507B25DF6520}"/>
              </a:ext>
            </a:extLst>
          </p:cNvPr>
          <p:cNvSpPr/>
          <p:nvPr/>
        </p:nvSpPr>
        <p:spPr>
          <a:xfrm>
            <a:off x="6924287" y="1981199"/>
            <a:ext cx="5267713" cy="4064001"/>
          </a:xfrm>
          <a:prstGeom prst="verticalScroll">
            <a:avLst>
              <a:gd name="adj" fmla="val 1075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378FE6E-1065-91F7-9E4C-EE748BB0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882" y="139959"/>
            <a:ext cx="10018713" cy="777993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 2. ciklus végrehajtásai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053931-AD3E-547E-A825-A74841181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0143" y="1182992"/>
            <a:ext cx="3556000" cy="643036"/>
          </a:xfrm>
          <a:ln>
            <a:noFill/>
          </a:ln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hu-HU" dirty="0"/>
              <a:t>A 2. ciklus változásai: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19267A16-FEE9-4B5D-732A-4C5EBBB33318}"/>
              </a:ext>
            </a:extLst>
          </p:cNvPr>
          <p:cNvSpPr txBox="1">
            <a:spLocks/>
          </p:cNvSpPr>
          <p:nvPr/>
        </p:nvSpPr>
        <p:spPr>
          <a:xfrm>
            <a:off x="1244847" y="1182992"/>
            <a:ext cx="5267713" cy="5535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b="0" i="0" u="none" strike="noStrike" baseline="0" dirty="0"/>
              <a:t> = 4 &lt;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pivot</a:t>
            </a:r>
            <a:r>
              <a:rPr lang="hu-HU" b="0" i="0" u="none" strike="noStrike" baseline="0" dirty="0"/>
              <a:t> = 5</a:t>
            </a:r>
          </a:p>
          <a:p>
            <a:pPr lvl="1"/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csere(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], 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])</a:t>
            </a:r>
          </a:p>
          <a:p>
            <a:pPr lvl="1"/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++ </a:t>
            </a:r>
          </a:p>
          <a:p>
            <a:pPr lvl="1"/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++ (~1. eset)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b="0" i="0" u="none" strike="noStrike" baseline="0" dirty="0"/>
              <a:t> = 7 ≥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pivot</a:t>
            </a:r>
            <a:r>
              <a:rPr lang="hu-HU" b="0" i="0" u="none" strike="noStrike" baseline="0" dirty="0"/>
              <a:t> = 5 </a:t>
            </a:r>
          </a:p>
          <a:p>
            <a:pPr lvl="1"/>
            <a:r>
              <a:rPr lang="hu-HU" b="0" i="0" u="none" strike="noStrike" baseline="0" dirty="0"/>
              <a:t>A[</a:t>
            </a:r>
            <a:r>
              <a:rPr lang="hu-HU" b="0" i="1" u="none" strike="noStrike" baseline="0" dirty="0"/>
              <a:t>j</a:t>
            </a:r>
            <a:r>
              <a:rPr lang="hu-HU" b="0" i="0" u="none" strike="noStrike" baseline="0" dirty="0"/>
              <a:t>]-t hozzávesszük a 2. szakaszhoz</a:t>
            </a:r>
          </a:p>
          <a:p>
            <a:pPr lvl="1"/>
            <a:r>
              <a:rPr lang="hu-HU" b="0" i="1" u="none" strike="noStrike" baseline="0" dirty="0"/>
              <a:t>j</a:t>
            </a:r>
            <a:r>
              <a:rPr lang="hu-HU" b="0" i="0" u="none" strike="noStrike" baseline="0" dirty="0"/>
              <a:t>++</a:t>
            </a:r>
          </a:p>
          <a:p>
            <a:pPr marL="733425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hu-HU" sz="2800" i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2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..</a:t>
            </a:r>
            <a:r>
              <a:rPr lang="hu-HU" sz="2800" i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] résztömb részekre bontását befejeztük</a:t>
            </a:r>
            <a:endParaRPr lang="hu-H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B28054DC-8825-388E-8812-BBA6ABCE9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009" y="2841744"/>
            <a:ext cx="3901378" cy="82160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34F8A5E-5999-A47C-13E2-586CFB2FB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458" y="3823127"/>
            <a:ext cx="3946480" cy="796322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0156DE48-2F0D-0B81-4B84-66D831D13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027" y="4850613"/>
            <a:ext cx="3946482" cy="75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6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820F-513C-9B58-9EAD-D3B3F2A0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elhő 2">
            <a:extLst>
              <a:ext uri="{FF2B5EF4-FFF2-40B4-BE49-F238E27FC236}">
                <a16:creationId xmlns:a16="http://schemas.microsoft.com/office/drawing/2014/main" id="{94485D53-B9E5-1BC5-923C-E8CC27449785}"/>
              </a:ext>
            </a:extLst>
          </p:cNvPr>
          <p:cNvSpPr/>
          <p:nvPr/>
        </p:nvSpPr>
        <p:spPr>
          <a:xfrm>
            <a:off x="934720" y="1879600"/>
            <a:ext cx="10678160" cy="486664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E059A94-B03C-9D54-BD12-B97C86F2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642" y="917953"/>
            <a:ext cx="10018713" cy="777993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4A403B75-D53B-495F-3AA2-470F0DD3190C}"/>
              </a:ext>
            </a:extLst>
          </p:cNvPr>
          <p:cNvSpPr txBox="1">
            <a:spLocks/>
          </p:cNvSpPr>
          <p:nvPr/>
        </p:nvSpPr>
        <p:spPr>
          <a:xfrm>
            <a:off x="2428240" y="2178566"/>
            <a:ext cx="8829040" cy="393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2800" dirty="0"/>
              <a:t>A </a:t>
            </a:r>
            <a:r>
              <a:rPr lang="hu-HU" sz="2800" dirty="0" err="1"/>
              <a:t>partition</a:t>
            </a:r>
            <a:r>
              <a:rPr lang="hu-HU" sz="2800" dirty="0"/>
              <a:t> </a:t>
            </a:r>
            <a:r>
              <a:rPr lang="hu-HU" sz="2800" dirty="0" err="1"/>
              <a:t>fv</a:t>
            </a:r>
            <a:r>
              <a:rPr lang="hu-HU" sz="2800" dirty="0"/>
              <a:t> helyességének ellenőrzéséhez vezessük még be a következő jelöléseket:</a:t>
            </a:r>
          </a:p>
          <a:p>
            <a:pPr marL="1042988" lvl="1" indent="-342900"/>
            <a:r>
              <a:rPr lang="hu-HU" sz="24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sz="2400" baseline="-25000" dirty="0"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hu-HU" sz="2400" dirty="0"/>
              <a:t> [</a:t>
            </a:r>
            <a:r>
              <a:rPr lang="hu-HU" sz="2400" i="1" dirty="0" err="1"/>
              <a:t>p</a:t>
            </a:r>
            <a:r>
              <a:rPr lang="hu-HU" sz="2400" dirty="0" err="1"/>
              <a:t>..</a:t>
            </a:r>
            <a:r>
              <a:rPr lang="hu-HU" sz="2400" i="1" dirty="0" err="1"/>
              <a:t>r</a:t>
            </a:r>
            <a:r>
              <a:rPr lang="hu-HU" sz="2400" dirty="0"/>
              <a:t>] : az A [</a:t>
            </a:r>
            <a:r>
              <a:rPr lang="hu-HU" sz="2400" i="1" dirty="0" err="1"/>
              <a:t>p</a:t>
            </a:r>
            <a:r>
              <a:rPr lang="hu-HU" sz="2400" dirty="0" err="1"/>
              <a:t>..</a:t>
            </a:r>
            <a:r>
              <a:rPr lang="hu-HU" sz="2400" i="1" dirty="0" err="1"/>
              <a:t>r</a:t>
            </a:r>
            <a:r>
              <a:rPr lang="hu-HU" sz="2400" dirty="0"/>
              <a:t>] tömb kezdeti állapota </a:t>
            </a:r>
            <a:br>
              <a:rPr lang="hu-HU" sz="2400" dirty="0"/>
            </a:br>
            <a:r>
              <a:rPr lang="hu-HU" sz="2400" dirty="0"/>
              <a:t>a </a:t>
            </a:r>
            <a:r>
              <a:rPr lang="hu-HU" sz="2400" dirty="0" err="1"/>
              <a:t>partition</a:t>
            </a:r>
            <a:r>
              <a:rPr lang="hu-HU" sz="2400" dirty="0"/>
              <a:t> függvény meghívásakor.</a:t>
            </a:r>
          </a:p>
          <a:p>
            <a:r>
              <a:rPr lang="hu-HU" sz="2800" dirty="0"/>
              <a:t>A </a:t>
            </a:r>
            <a:r>
              <a:rPr lang="hu-HU" sz="2800" dirty="0" err="1"/>
              <a:t>partition</a:t>
            </a:r>
            <a:r>
              <a:rPr lang="hu-HU" sz="2800" dirty="0"/>
              <a:t> </a:t>
            </a:r>
            <a:r>
              <a:rPr lang="hu-HU" sz="2800" dirty="0" err="1"/>
              <a:t>fv</a:t>
            </a:r>
            <a:r>
              <a:rPr lang="hu-HU" sz="2800" dirty="0"/>
              <a:t> előfeltétele: </a:t>
            </a:r>
          </a:p>
          <a:p>
            <a:pPr marL="1042988" lvl="1" indent="-342900"/>
            <a:r>
              <a:rPr lang="hu-HU" sz="2400" dirty="0"/>
              <a:t>0 ≤ </a:t>
            </a:r>
            <a:r>
              <a:rPr lang="hu-HU" sz="2400" i="1" dirty="0"/>
              <a:t>p</a:t>
            </a:r>
            <a:r>
              <a:rPr lang="hu-HU" sz="2400" dirty="0"/>
              <a:t> &lt; </a:t>
            </a:r>
            <a:r>
              <a:rPr lang="hu-HU" sz="2400" i="1" dirty="0"/>
              <a:t>r</a:t>
            </a:r>
            <a:r>
              <a:rPr lang="hu-HU" sz="2400" dirty="0"/>
              <a:t> ≤ </a:t>
            </a:r>
            <a:r>
              <a:rPr lang="hu-HU" sz="2400" i="1" dirty="0" err="1"/>
              <a:t>A.length</a:t>
            </a:r>
            <a:r>
              <a:rPr lang="hu-HU" sz="2400" dirty="0"/>
              <a:t> (</a:t>
            </a:r>
            <a:r>
              <a:rPr lang="hu-HU" sz="2400" i="1" dirty="0"/>
              <a:t>p</a:t>
            </a:r>
            <a:r>
              <a:rPr lang="hu-HU" sz="2400" dirty="0"/>
              <a:t>, </a:t>
            </a:r>
            <a:r>
              <a:rPr lang="hu-HU" sz="2400" i="1" dirty="0"/>
              <a:t>r</a:t>
            </a:r>
            <a:r>
              <a:rPr lang="hu-HU" sz="2400" dirty="0"/>
              <a:t> a </a:t>
            </a:r>
            <a:r>
              <a:rPr lang="hu-HU" sz="2400" dirty="0" err="1"/>
              <a:t>fv</a:t>
            </a:r>
            <a:r>
              <a:rPr lang="hu-HU" sz="2400" dirty="0"/>
              <a:t>-en belül konstansok.)</a:t>
            </a:r>
          </a:p>
        </p:txBody>
      </p:sp>
    </p:spTree>
    <p:extLst>
      <p:ext uri="{BB962C8B-B14F-4D97-AF65-F5344CB8AC3E}">
        <p14:creationId xmlns:p14="http://schemas.microsoft.com/office/powerpoint/2010/main" val="19381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6FA6-6691-4178-9B2C-1BA38627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elhő 5">
            <a:extLst>
              <a:ext uri="{FF2B5EF4-FFF2-40B4-BE49-F238E27FC236}">
                <a16:creationId xmlns:a16="http://schemas.microsoft.com/office/drawing/2014/main" id="{6960A885-8269-663A-E201-DEE57F19B027}"/>
              </a:ext>
            </a:extLst>
          </p:cNvPr>
          <p:cNvSpPr/>
          <p:nvPr/>
        </p:nvSpPr>
        <p:spPr>
          <a:xfrm rot="1901259">
            <a:off x="5999568" y="2583168"/>
            <a:ext cx="6433511" cy="3525161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elhő 4">
            <a:extLst>
              <a:ext uri="{FF2B5EF4-FFF2-40B4-BE49-F238E27FC236}">
                <a16:creationId xmlns:a16="http://schemas.microsoft.com/office/drawing/2014/main" id="{9EAB80C7-49E4-CE97-3DC0-03D2B5D13F00}"/>
              </a:ext>
            </a:extLst>
          </p:cNvPr>
          <p:cNvSpPr/>
          <p:nvPr/>
        </p:nvSpPr>
        <p:spPr>
          <a:xfrm rot="20630296">
            <a:off x="649499" y="2462802"/>
            <a:ext cx="6450286" cy="346553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7C449B6-1569-42E4-89E0-1D1E18092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602" y="974603"/>
            <a:ext cx="10018713" cy="777993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98EE000B-F821-4B2B-316F-650E57F4AEE8}"/>
              </a:ext>
            </a:extLst>
          </p:cNvPr>
          <p:cNvSpPr txBox="1">
            <a:spLocks/>
          </p:cNvSpPr>
          <p:nvPr/>
        </p:nvSpPr>
        <p:spPr>
          <a:xfrm rot="20493358">
            <a:off x="1178285" y="2425137"/>
            <a:ext cx="6224905" cy="3322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/>
              <a:t>A </a:t>
            </a:r>
            <a:r>
              <a:rPr lang="hu-HU" dirty="0" err="1"/>
              <a:t>partition</a:t>
            </a:r>
            <a:r>
              <a:rPr lang="hu-HU" dirty="0"/>
              <a:t> </a:t>
            </a:r>
            <a:r>
              <a:rPr lang="hu-HU" dirty="0" err="1"/>
              <a:t>fv</a:t>
            </a:r>
            <a:r>
              <a:rPr lang="hu-HU" dirty="0"/>
              <a:t>. 2. ciklusának invariánsa:</a:t>
            </a:r>
          </a:p>
          <a:p>
            <a:r>
              <a:rPr lang="hu-HU" sz="2000" i="1" dirty="0"/>
              <a:t>A</a:t>
            </a:r>
            <a:r>
              <a:rPr lang="hu-HU" sz="2000" dirty="0"/>
              <a:t>[</a:t>
            </a:r>
            <a:r>
              <a:rPr lang="hu-HU" sz="2000" i="1" dirty="0" err="1"/>
              <a:t>p</a:t>
            </a:r>
            <a:r>
              <a:rPr lang="hu-HU" sz="2000" dirty="0" err="1"/>
              <a:t>..</a:t>
            </a:r>
            <a:r>
              <a:rPr lang="hu-HU" sz="2000" i="1" dirty="0" err="1"/>
              <a:t>r</a:t>
            </a:r>
            <a:r>
              <a:rPr lang="hu-HU" sz="2000" dirty="0"/>
              <a:t>] egy permutációja az </a:t>
            </a:r>
            <a:r>
              <a:rPr lang="hu-HU" sz="20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sz="2000" baseline="-25000" dirty="0"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hu-HU" sz="2000" dirty="0"/>
              <a:t>[</a:t>
            </a:r>
            <a:r>
              <a:rPr lang="hu-HU" sz="2000" i="1" dirty="0" err="1"/>
              <a:t>p</a:t>
            </a:r>
            <a:r>
              <a:rPr lang="hu-HU" sz="2000" dirty="0" err="1"/>
              <a:t>..</a:t>
            </a:r>
            <a:r>
              <a:rPr lang="hu-HU" sz="2000" i="1" dirty="0" err="1"/>
              <a:t>r</a:t>
            </a:r>
            <a:r>
              <a:rPr lang="hu-HU" sz="2000" dirty="0"/>
              <a:t>] résztömbnek ∧</a:t>
            </a:r>
          </a:p>
          <a:p>
            <a:r>
              <a:rPr lang="hu-HU" sz="2000" i="1" dirty="0"/>
              <a:t>p</a:t>
            </a:r>
            <a:r>
              <a:rPr lang="hu-HU" sz="2000" dirty="0"/>
              <a:t> ≤</a:t>
            </a:r>
            <a:r>
              <a:rPr lang="hu-HU" sz="2000" i="1" dirty="0"/>
              <a:t> i</a:t>
            </a:r>
            <a:r>
              <a:rPr lang="hu-HU" sz="2000" dirty="0"/>
              <a:t> &lt; </a:t>
            </a:r>
            <a:r>
              <a:rPr lang="hu-HU" sz="2000" i="1" dirty="0"/>
              <a:t>j</a:t>
            </a:r>
            <a:r>
              <a:rPr lang="hu-HU" sz="2000" dirty="0"/>
              <a:t> ≤ </a:t>
            </a:r>
            <a:r>
              <a:rPr lang="hu-HU" sz="2000" i="1" dirty="0"/>
              <a:t>r</a:t>
            </a:r>
            <a:r>
              <a:rPr lang="hu-HU" sz="2000" dirty="0"/>
              <a:t> ∧ </a:t>
            </a:r>
          </a:p>
          <a:p>
            <a:r>
              <a:rPr lang="pt-BR" sz="2000" dirty="0"/>
              <a:t>A[</a:t>
            </a:r>
            <a:r>
              <a:rPr lang="pt-BR" sz="2000" i="1" dirty="0"/>
              <a:t>p</a:t>
            </a:r>
            <a:r>
              <a:rPr lang="pt-BR" sz="2000" dirty="0"/>
              <a:t>..(</a:t>
            </a:r>
            <a:r>
              <a:rPr lang="pt-BR" sz="2000" i="1" dirty="0"/>
              <a:t>i</a:t>
            </a:r>
            <a:r>
              <a:rPr lang="pt-BR" sz="2000" dirty="0"/>
              <a:t>−1)] ≤ </a:t>
            </a:r>
            <a:r>
              <a:rPr lang="hu-HU" sz="2000" i="1" dirty="0"/>
              <a:t>A</a:t>
            </a:r>
            <a:r>
              <a:rPr lang="hu-HU" sz="2000" dirty="0"/>
              <a:t>[</a:t>
            </a:r>
            <a:r>
              <a:rPr lang="hu-HU" sz="2000" i="1" dirty="0"/>
              <a:t>r</a:t>
            </a:r>
            <a:r>
              <a:rPr lang="hu-HU" sz="2000" dirty="0"/>
              <a:t>]</a:t>
            </a:r>
            <a:r>
              <a:rPr lang="pt-BR" sz="2000" dirty="0"/>
              <a:t> ∧ </a:t>
            </a:r>
            <a:endParaRPr lang="hu-HU" sz="2000" dirty="0"/>
          </a:p>
          <a:p>
            <a:r>
              <a:rPr lang="pt-BR" sz="2000" dirty="0"/>
              <a:t>A[</a:t>
            </a:r>
            <a:r>
              <a:rPr lang="pt-BR" sz="2000" i="1" dirty="0"/>
              <a:t>i</a:t>
            </a:r>
            <a:r>
              <a:rPr lang="pt-BR" sz="2000" dirty="0"/>
              <a:t>..(</a:t>
            </a:r>
            <a:r>
              <a:rPr lang="pt-BR" sz="2000" i="1" dirty="0"/>
              <a:t>j</a:t>
            </a:r>
            <a:r>
              <a:rPr lang="pt-BR" sz="2000" dirty="0"/>
              <a:t>−1)] ≥ </a:t>
            </a:r>
            <a:r>
              <a:rPr lang="hu-HU" sz="2000" i="1" dirty="0"/>
              <a:t>A</a:t>
            </a:r>
            <a:r>
              <a:rPr lang="hu-HU" sz="2000" dirty="0"/>
              <a:t>[</a:t>
            </a:r>
            <a:r>
              <a:rPr lang="hu-HU" sz="2000" i="1" dirty="0"/>
              <a:t>r</a:t>
            </a:r>
            <a:r>
              <a:rPr lang="hu-HU" sz="2000" dirty="0"/>
              <a:t>]</a:t>
            </a:r>
            <a:endParaRPr lang="pt-BR" sz="2000" i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452AFB-6F7A-C708-65DD-626C9CFAF608}"/>
              </a:ext>
            </a:extLst>
          </p:cNvPr>
          <p:cNvSpPr txBox="1">
            <a:spLocks/>
          </p:cNvSpPr>
          <p:nvPr/>
        </p:nvSpPr>
        <p:spPr>
          <a:xfrm rot="1836541">
            <a:off x="6695562" y="2954788"/>
            <a:ext cx="6431158" cy="298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/>
              <a:t>A </a:t>
            </a:r>
            <a:r>
              <a:rPr lang="hu-HU" dirty="0" err="1"/>
              <a:t>partition</a:t>
            </a:r>
            <a:r>
              <a:rPr lang="hu-HU" dirty="0"/>
              <a:t> </a:t>
            </a:r>
            <a:r>
              <a:rPr lang="hu-HU" dirty="0" err="1"/>
              <a:t>fv</a:t>
            </a:r>
            <a:r>
              <a:rPr lang="hu-HU" dirty="0"/>
              <a:t> utófeltétele:</a:t>
            </a:r>
          </a:p>
          <a:p>
            <a:pPr marL="985838" lvl="1"/>
            <a:r>
              <a:rPr lang="pt-BR" i="1" dirty="0"/>
              <a:t>A</a:t>
            </a:r>
            <a:r>
              <a:rPr lang="pt-BR" dirty="0"/>
              <a:t>[</a:t>
            </a:r>
            <a:r>
              <a:rPr lang="pt-BR" i="1" dirty="0"/>
              <a:t>p</a:t>
            </a:r>
            <a:r>
              <a:rPr lang="pt-BR" dirty="0"/>
              <a:t>..</a:t>
            </a:r>
            <a:r>
              <a:rPr lang="pt-BR" i="1" dirty="0"/>
              <a:t>r</a:t>
            </a:r>
            <a:r>
              <a:rPr lang="pt-BR" dirty="0"/>
              <a:t>] az </a:t>
            </a:r>
            <a:r>
              <a:rPr lang="hu-HU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baseline="-25000" dirty="0"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dirty="0"/>
              <a:t>[</a:t>
            </a:r>
            <a:r>
              <a:rPr lang="pt-BR" i="1" dirty="0"/>
              <a:t>p</a:t>
            </a:r>
            <a:r>
              <a:rPr lang="pt-BR" dirty="0"/>
              <a:t>..</a:t>
            </a:r>
            <a:r>
              <a:rPr lang="pt-BR" i="1" dirty="0"/>
              <a:t>r</a:t>
            </a:r>
            <a:r>
              <a:rPr lang="pt-BR" dirty="0"/>
              <a:t>] permutációja ∧</a:t>
            </a:r>
            <a:endParaRPr lang="hu-HU" dirty="0"/>
          </a:p>
          <a:p>
            <a:pPr marL="985838" lvl="1"/>
            <a:r>
              <a:rPr lang="pt-BR" dirty="0"/>
              <a:t> </a:t>
            </a:r>
            <a:r>
              <a:rPr lang="pt-BR" i="1" dirty="0"/>
              <a:t>p</a:t>
            </a:r>
            <a:r>
              <a:rPr lang="pt-BR" dirty="0"/>
              <a:t> ≤ </a:t>
            </a:r>
            <a:r>
              <a:rPr lang="pt-BR" i="1" dirty="0"/>
              <a:t>i</a:t>
            </a:r>
            <a:r>
              <a:rPr lang="pt-BR" dirty="0"/>
              <a:t> ≤ </a:t>
            </a:r>
            <a:r>
              <a:rPr lang="pt-BR" i="1" dirty="0"/>
              <a:t>r</a:t>
            </a:r>
            <a:r>
              <a:rPr lang="pt-BR" dirty="0"/>
              <a:t> ∧</a:t>
            </a:r>
            <a:r>
              <a:rPr lang="hu-HU" dirty="0"/>
              <a:t> </a:t>
            </a:r>
            <a:r>
              <a:rPr lang="pt-BR" i="1" dirty="0"/>
              <a:t>A</a:t>
            </a:r>
            <a:r>
              <a:rPr lang="pt-BR" dirty="0"/>
              <a:t>[</a:t>
            </a:r>
            <a:r>
              <a:rPr lang="pt-BR" i="1" dirty="0"/>
              <a:t>p</a:t>
            </a:r>
            <a:r>
              <a:rPr lang="pt-BR" dirty="0"/>
              <a:t>..(</a:t>
            </a:r>
            <a:r>
              <a:rPr lang="pt-BR" i="1" dirty="0"/>
              <a:t>i</a:t>
            </a:r>
            <a:r>
              <a:rPr lang="pt-BR" dirty="0"/>
              <a:t>−</a:t>
            </a:r>
            <a:r>
              <a:rPr lang="pt-BR" i="1" dirty="0"/>
              <a:t>1</a:t>
            </a:r>
            <a:r>
              <a:rPr lang="pt-BR" dirty="0"/>
              <a:t>)] ≤ </a:t>
            </a:r>
            <a:r>
              <a:rPr lang="pt-BR" i="1" dirty="0"/>
              <a:t>A</a:t>
            </a:r>
            <a:r>
              <a:rPr lang="pt-BR" dirty="0"/>
              <a:t>[</a:t>
            </a:r>
            <a:r>
              <a:rPr lang="pt-BR" i="1" dirty="0"/>
              <a:t>i</a:t>
            </a:r>
            <a:r>
              <a:rPr lang="pt-BR" dirty="0"/>
              <a:t>] ∧ </a:t>
            </a:r>
            <a:endParaRPr lang="hu-HU" dirty="0"/>
          </a:p>
          <a:p>
            <a:pPr marL="985838" lvl="1"/>
            <a:r>
              <a:rPr lang="pt-BR" i="1" dirty="0"/>
              <a:t>A</a:t>
            </a:r>
            <a:r>
              <a:rPr lang="pt-BR" dirty="0"/>
              <a:t>[(</a:t>
            </a:r>
            <a:r>
              <a:rPr lang="pt-BR" i="1" dirty="0"/>
              <a:t>i</a:t>
            </a:r>
            <a:r>
              <a:rPr lang="pt-BR" dirty="0"/>
              <a:t>+1)..</a:t>
            </a:r>
            <a:r>
              <a:rPr lang="pt-BR" i="1" dirty="0"/>
              <a:t>r</a:t>
            </a:r>
            <a:r>
              <a:rPr lang="pt-BR" dirty="0"/>
              <a:t>] ≥ </a:t>
            </a:r>
            <a:r>
              <a:rPr lang="pt-BR" i="1" dirty="0"/>
              <a:t>A</a:t>
            </a:r>
            <a:r>
              <a:rPr lang="pt-BR" dirty="0"/>
              <a:t>[</a:t>
            </a:r>
            <a:r>
              <a:rPr lang="pt-BR" i="1" dirty="0"/>
              <a:t>i</a:t>
            </a:r>
            <a:r>
              <a:rPr lang="pt-BR" dirty="0"/>
              <a:t>], ahol </a:t>
            </a:r>
            <a:r>
              <a:rPr lang="pt-BR" i="1" dirty="0"/>
              <a:t>i</a:t>
            </a:r>
            <a:r>
              <a:rPr lang="pt-BR" dirty="0"/>
              <a:t> a visszatérési érték.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0003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5B9573-55A0-D5AB-CBE4-B6FC312A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0" y="96520"/>
            <a:ext cx="4632960" cy="2575560"/>
          </a:xfrm>
        </p:spPr>
        <p:txBody>
          <a:bodyPr>
            <a:normAutofit/>
          </a:bodyPr>
          <a:lstStyle/>
          <a:p>
            <a:r>
              <a:rPr lang="hu-HU" dirty="0"/>
              <a:t>A gyors-</a:t>
            </a:r>
            <a:br>
              <a:rPr lang="hu-HU" dirty="0"/>
            </a:br>
            <a:r>
              <a:rPr lang="hu-HU" dirty="0"/>
              <a:t>rendezés </a:t>
            </a:r>
            <a:br>
              <a:rPr lang="hu-HU" dirty="0"/>
            </a:br>
            <a:r>
              <a:rPr lang="hu-HU" dirty="0"/>
              <a:t>C# kódja*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FA95EB22-667B-AD58-EBAB-0A1F9957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49627">
            <a:off x="334207" y="741681"/>
            <a:ext cx="4067743" cy="2848373"/>
          </a:xfrm>
          <a:custGeom>
            <a:avLst/>
            <a:gdLst>
              <a:gd name="connsiteX0" fmla="*/ 0 w 4353533"/>
              <a:gd name="connsiteY0" fmla="*/ 0 h 4744112"/>
              <a:gd name="connsiteX1" fmla="*/ 544192 w 4353533"/>
              <a:gd name="connsiteY1" fmla="*/ 0 h 4744112"/>
              <a:gd name="connsiteX2" fmla="*/ 1088383 w 4353533"/>
              <a:gd name="connsiteY2" fmla="*/ 0 h 4744112"/>
              <a:gd name="connsiteX3" fmla="*/ 1501969 w 4353533"/>
              <a:gd name="connsiteY3" fmla="*/ 0 h 4744112"/>
              <a:gd name="connsiteX4" fmla="*/ 1915555 w 4353533"/>
              <a:gd name="connsiteY4" fmla="*/ 0 h 4744112"/>
              <a:gd name="connsiteX5" fmla="*/ 2503281 w 4353533"/>
              <a:gd name="connsiteY5" fmla="*/ 0 h 4744112"/>
              <a:gd name="connsiteX6" fmla="*/ 3047473 w 4353533"/>
              <a:gd name="connsiteY6" fmla="*/ 0 h 4744112"/>
              <a:gd name="connsiteX7" fmla="*/ 3591665 w 4353533"/>
              <a:gd name="connsiteY7" fmla="*/ 0 h 4744112"/>
              <a:gd name="connsiteX8" fmla="*/ 4353533 w 4353533"/>
              <a:gd name="connsiteY8" fmla="*/ 0 h 4744112"/>
              <a:gd name="connsiteX9" fmla="*/ 4353533 w 4353533"/>
              <a:gd name="connsiteY9" fmla="*/ 545573 h 4744112"/>
              <a:gd name="connsiteX10" fmla="*/ 4353533 w 4353533"/>
              <a:gd name="connsiteY10" fmla="*/ 1138587 h 4744112"/>
              <a:gd name="connsiteX11" fmla="*/ 4353533 w 4353533"/>
              <a:gd name="connsiteY11" fmla="*/ 1636719 h 4744112"/>
              <a:gd name="connsiteX12" fmla="*/ 4353533 w 4353533"/>
              <a:gd name="connsiteY12" fmla="*/ 2277174 h 4744112"/>
              <a:gd name="connsiteX13" fmla="*/ 4353533 w 4353533"/>
              <a:gd name="connsiteY13" fmla="*/ 2775306 h 4744112"/>
              <a:gd name="connsiteX14" fmla="*/ 4353533 w 4353533"/>
              <a:gd name="connsiteY14" fmla="*/ 3273437 h 4744112"/>
              <a:gd name="connsiteX15" fmla="*/ 4353533 w 4353533"/>
              <a:gd name="connsiteY15" fmla="*/ 3771569 h 4744112"/>
              <a:gd name="connsiteX16" fmla="*/ 4353533 w 4353533"/>
              <a:gd name="connsiteY16" fmla="*/ 4744112 h 4744112"/>
              <a:gd name="connsiteX17" fmla="*/ 3939947 w 4353533"/>
              <a:gd name="connsiteY17" fmla="*/ 4744112 h 4744112"/>
              <a:gd name="connsiteX18" fmla="*/ 3482826 w 4353533"/>
              <a:gd name="connsiteY18" fmla="*/ 4744112 h 4744112"/>
              <a:gd name="connsiteX19" fmla="*/ 2895099 w 4353533"/>
              <a:gd name="connsiteY19" fmla="*/ 4744112 h 4744112"/>
              <a:gd name="connsiteX20" fmla="*/ 2350908 w 4353533"/>
              <a:gd name="connsiteY20" fmla="*/ 4744112 h 4744112"/>
              <a:gd name="connsiteX21" fmla="*/ 1850252 w 4353533"/>
              <a:gd name="connsiteY21" fmla="*/ 4744112 h 4744112"/>
              <a:gd name="connsiteX22" fmla="*/ 1218989 w 4353533"/>
              <a:gd name="connsiteY22" fmla="*/ 4744112 h 4744112"/>
              <a:gd name="connsiteX23" fmla="*/ 631262 w 4353533"/>
              <a:gd name="connsiteY23" fmla="*/ 4744112 h 4744112"/>
              <a:gd name="connsiteX24" fmla="*/ 0 w 4353533"/>
              <a:gd name="connsiteY24" fmla="*/ 4744112 h 4744112"/>
              <a:gd name="connsiteX25" fmla="*/ 0 w 4353533"/>
              <a:gd name="connsiteY25" fmla="*/ 4293421 h 4744112"/>
              <a:gd name="connsiteX26" fmla="*/ 0 w 4353533"/>
              <a:gd name="connsiteY26" fmla="*/ 3652966 h 4744112"/>
              <a:gd name="connsiteX27" fmla="*/ 0 w 4353533"/>
              <a:gd name="connsiteY27" fmla="*/ 3059952 h 4744112"/>
              <a:gd name="connsiteX28" fmla="*/ 0 w 4353533"/>
              <a:gd name="connsiteY28" fmla="*/ 2419497 h 4744112"/>
              <a:gd name="connsiteX29" fmla="*/ 0 w 4353533"/>
              <a:gd name="connsiteY29" fmla="*/ 1826483 h 4744112"/>
              <a:gd name="connsiteX30" fmla="*/ 0 w 4353533"/>
              <a:gd name="connsiteY30" fmla="*/ 1280910 h 4744112"/>
              <a:gd name="connsiteX31" fmla="*/ 0 w 4353533"/>
              <a:gd name="connsiteY31" fmla="*/ 593014 h 4744112"/>
              <a:gd name="connsiteX32" fmla="*/ 0 w 4353533"/>
              <a:gd name="connsiteY32" fmla="*/ 0 h 474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353533" h="4744112" fill="none" extrusionOk="0">
                <a:moveTo>
                  <a:pt x="0" y="0"/>
                </a:moveTo>
                <a:cubicBezTo>
                  <a:pt x="111346" y="-18627"/>
                  <a:pt x="344667" y="51664"/>
                  <a:pt x="544192" y="0"/>
                </a:cubicBezTo>
                <a:cubicBezTo>
                  <a:pt x="743717" y="-51664"/>
                  <a:pt x="820350" y="58838"/>
                  <a:pt x="1088383" y="0"/>
                </a:cubicBezTo>
                <a:cubicBezTo>
                  <a:pt x="1356416" y="-58838"/>
                  <a:pt x="1406861" y="23847"/>
                  <a:pt x="1501969" y="0"/>
                </a:cubicBezTo>
                <a:cubicBezTo>
                  <a:pt x="1597077" y="-23847"/>
                  <a:pt x="1733392" y="4244"/>
                  <a:pt x="1915555" y="0"/>
                </a:cubicBezTo>
                <a:cubicBezTo>
                  <a:pt x="2097718" y="-4244"/>
                  <a:pt x="2366296" y="30271"/>
                  <a:pt x="2503281" y="0"/>
                </a:cubicBezTo>
                <a:cubicBezTo>
                  <a:pt x="2640266" y="-30271"/>
                  <a:pt x="2885814" y="31640"/>
                  <a:pt x="3047473" y="0"/>
                </a:cubicBezTo>
                <a:cubicBezTo>
                  <a:pt x="3209132" y="-31640"/>
                  <a:pt x="3414670" y="12999"/>
                  <a:pt x="3591665" y="0"/>
                </a:cubicBezTo>
                <a:cubicBezTo>
                  <a:pt x="3768660" y="-12999"/>
                  <a:pt x="4009649" y="64005"/>
                  <a:pt x="4353533" y="0"/>
                </a:cubicBezTo>
                <a:cubicBezTo>
                  <a:pt x="4358823" y="184888"/>
                  <a:pt x="4323489" y="323490"/>
                  <a:pt x="4353533" y="545573"/>
                </a:cubicBezTo>
                <a:cubicBezTo>
                  <a:pt x="4383577" y="767656"/>
                  <a:pt x="4347524" y="874283"/>
                  <a:pt x="4353533" y="1138587"/>
                </a:cubicBezTo>
                <a:cubicBezTo>
                  <a:pt x="4359542" y="1402891"/>
                  <a:pt x="4300534" y="1512034"/>
                  <a:pt x="4353533" y="1636719"/>
                </a:cubicBezTo>
                <a:cubicBezTo>
                  <a:pt x="4406532" y="1761404"/>
                  <a:pt x="4294914" y="2047541"/>
                  <a:pt x="4353533" y="2277174"/>
                </a:cubicBezTo>
                <a:cubicBezTo>
                  <a:pt x="4412152" y="2506808"/>
                  <a:pt x="4294546" y="2537083"/>
                  <a:pt x="4353533" y="2775306"/>
                </a:cubicBezTo>
                <a:cubicBezTo>
                  <a:pt x="4412520" y="3013529"/>
                  <a:pt x="4297962" y="3160925"/>
                  <a:pt x="4353533" y="3273437"/>
                </a:cubicBezTo>
                <a:cubicBezTo>
                  <a:pt x="4409104" y="3385949"/>
                  <a:pt x="4337978" y="3539941"/>
                  <a:pt x="4353533" y="3771569"/>
                </a:cubicBezTo>
                <a:cubicBezTo>
                  <a:pt x="4369088" y="4003197"/>
                  <a:pt x="4286272" y="4407531"/>
                  <a:pt x="4353533" y="4744112"/>
                </a:cubicBezTo>
                <a:cubicBezTo>
                  <a:pt x="4229434" y="4768221"/>
                  <a:pt x="4081216" y="4729112"/>
                  <a:pt x="3939947" y="4744112"/>
                </a:cubicBezTo>
                <a:cubicBezTo>
                  <a:pt x="3798678" y="4759112"/>
                  <a:pt x="3582124" y="4702462"/>
                  <a:pt x="3482826" y="4744112"/>
                </a:cubicBezTo>
                <a:cubicBezTo>
                  <a:pt x="3383528" y="4785762"/>
                  <a:pt x="3088155" y="4688100"/>
                  <a:pt x="2895099" y="4744112"/>
                </a:cubicBezTo>
                <a:cubicBezTo>
                  <a:pt x="2702043" y="4800124"/>
                  <a:pt x="2496852" y="4692032"/>
                  <a:pt x="2350908" y="4744112"/>
                </a:cubicBezTo>
                <a:cubicBezTo>
                  <a:pt x="2204964" y="4796192"/>
                  <a:pt x="2014544" y="4727746"/>
                  <a:pt x="1850252" y="4744112"/>
                </a:cubicBezTo>
                <a:cubicBezTo>
                  <a:pt x="1685960" y="4760478"/>
                  <a:pt x="1458977" y="4716365"/>
                  <a:pt x="1218989" y="4744112"/>
                </a:cubicBezTo>
                <a:cubicBezTo>
                  <a:pt x="979001" y="4771859"/>
                  <a:pt x="892676" y="4729599"/>
                  <a:pt x="631262" y="4744112"/>
                </a:cubicBezTo>
                <a:cubicBezTo>
                  <a:pt x="369848" y="4758625"/>
                  <a:pt x="290484" y="4708251"/>
                  <a:pt x="0" y="4744112"/>
                </a:cubicBezTo>
                <a:cubicBezTo>
                  <a:pt x="-6945" y="4579038"/>
                  <a:pt x="47695" y="4453672"/>
                  <a:pt x="0" y="4293421"/>
                </a:cubicBezTo>
                <a:cubicBezTo>
                  <a:pt x="-47695" y="4133170"/>
                  <a:pt x="37252" y="3812147"/>
                  <a:pt x="0" y="3652966"/>
                </a:cubicBezTo>
                <a:cubicBezTo>
                  <a:pt x="-37252" y="3493785"/>
                  <a:pt x="17731" y="3224318"/>
                  <a:pt x="0" y="3059952"/>
                </a:cubicBezTo>
                <a:cubicBezTo>
                  <a:pt x="-17731" y="2895586"/>
                  <a:pt x="38849" y="2715770"/>
                  <a:pt x="0" y="2419497"/>
                </a:cubicBezTo>
                <a:cubicBezTo>
                  <a:pt x="-38849" y="2123224"/>
                  <a:pt x="8470" y="2064892"/>
                  <a:pt x="0" y="1826483"/>
                </a:cubicBezTo>
                <a:cubicBezTo>
                  <a:pt x="-8470" y="1588074"/>
                  <a:pt x="8037" y="1507667"/>
                  <a:pt x="0" y="1280910"/>
                </a:cubicBezTo>
                <a:cubicBezTo>
                  <a:pt x="-8037" y="1054153"/>
                  <a:pt x="55405" y="892503"/>
                  <a:pt x="0" y="593014"/>
                </a:cubicBezTo>
                <a:cubicBezTo>
                  <a:pt x="-55405" y="293525"/>
                  <a:pt x="12300" y="136646"/>
                  <a:pt x="0" y="0"/>
                </a:cubicBezTo>
                <a:close/>
              </a:path>
              <a:path w="4353533" h="4744112" stroke="0" extrusionOk="0">
                <a:moveTo>
                  <a:pt x="0" y="0"/>
                </a:moveTo>
                <a:cubicBezTo>
                  <a:pt x="187243" y="-57978"/>
                  <a:pt x="318828" y="446"/>
                  <a:pt x="500656" y="0"/>
                </a:cubicBezTo>
                <a:cubicBezTo>
                  <a:pt x="682484" y="-446"/>
                  <a:pt x="756492" y="42333"/>
                  <a:pt x="1001313" y="0"/>
                </a:cubicBezTo>
                <a:cubicBezTo>
                  <a:pt x="1246134" y="-42333"/>
                  <a:pt x="1381006" y="22189"/>
                  <a:pt x="1632575" y="0"/>
                </a:cubicBezTo>
                <a:cubicBezTo>
                  <a:pt x="1884144" y="-22189"/>
                  <a:pt x="2079904" y="66716"/>
                  <a:pt x="2220302" y="0"/>
                </a:cubicBezTo>
                <a:cubicBezTo>
                  <a:pt x="2360700" y="-66716"/>
                  <a:pt x="2611546" y="70086"/>
                  <a:pt x="2808029" y="0"/>
                </a:cubicBezTo>
                <a:cubicBezTo>
                  <a:pt x="3004512" y="-70086"/>
                  <a:pt x="3236951" y="26814"/>
                  <a:pt x="3352220" y="0"/>
                </a:cubicBezTo>
                <a:cubicBezTo>
                  <a:pt x="3467489" y="-26814"/>
                  <a:pt x="4140408" y="98658"/>
                  <a:pt x="4353533" y="0"/>
                </a:cubicBezTo>
                <a:cubicBezTo>
                  <a:pt x="4418824" y="214140"/>
                  <a:pt x="4287107" y="393044"/>
                  <a:pt x="4353533" y="640455"/>
                </a:cubicBezTo>
                <a:cubicBezTo>
                  <a:pt x="4419959" y="887866"/>
                  <a:pt x="4308526" y="1014675"/>
                  <a:pt x="4353533" y="1280910"/>
                </a:cubicBezTo>
                <a:cubicBezTo>
                  <a:pt x="4398540" y="1547145"/>
                  <a:pt x="4319588" y="1534276"/>
                  <a:pt x="4353533" y="1731601"/>
                </a:cubicBezTo>
                <a:cubicBezTo>
                  <a:pt x="4387478" y="1928926"/>
                  <a:pt x="4344283" y="2147452"/>
                  <a:pt x="4353533" y="2324615"/>
                </a:cubicBezTo>
                <a:cubicBezTo>
                  <a:pt x="4362783" y="2501778"/>
                  <a:pt x="4339398" y="2670119"/>
                  <a:pt x="4353533" y="2775306"/>
                </a:cubicBezTo>
                <a:cubicBezTo>
                  <a:pt x="4367668" y="2880493"/>
                  <a:pt x="4337678" y="3163358"/>
                  <a:pt x="4353533" y="3273437"/>
                </a:cubicBezTo>
                <a:cubicBezTo>
                  <a:pt x="4369388" y="3383516"/>
                  <a:pt x="4297586" y="3670945"/>
                  <a:pt x="4353533" y="3866451"/>
                </a:cubicBezTo>
                <a:cubicBezTo>
                  <a:pt x="4409480" y="4061957"/>
                  <a:pt x="4327614" y="4473390"/>
                  <a:pt x="4353533" y="4744112"/>
                </a:cubicBezTo>
                <a:cubicBezTo>
                  <a:pt x="4186860" y="4797119"/>
                  <a:pt x="4064671" y="4727499"/>
                  <a:pt x="3809341" y="4744112"/>
                </a:cubicBezTo>
                <a:cubicBezTo>
                  <a:pt x="3554011" y="4760725"/>
                  <a:pt x="3476242" y="4700033"/>
                  <a:pt x="3308685" y="4744112"/>
                </a:cubicBezTo>
                <a:cubicBezTo>
                  <a:pt x="3141128" y="4788191"/>
                  <a:pt x="2819432" y="4695231"/>
                  <a:pt x="2677423" y="4744112"/>
                </a:cubicBezTo>
                <a:cubicBezTo>
                  <a:pt x="2535414" y="4792993"/>
                  <a:pt x="2367065" y="4726041"/>
                  <a:pt x="2176767" y="4744112"/>
                </a:cubicBezTo>
                <a:cubicBezTo>
                  <a:pt x="1986469" y="4762183"/>
                  <a:pt x="1724209" y="4704165"/>
                  <a:pt x="1589040" y="4744112"/>
                </a:cubicBezTo>
                <a:cubicBezTo>
                  <a:pt x="1453871" y="4784059"/>
                  <a:pt x="1166844" y="4710126"/>
                  <a:pt x="957777" y="4744112"/>
                </a:cubicBezTo>
                <a:cubicBezTo>
                  <a:pt x="748710" y="4778098"/>
                  <a:pt x="361526" y="4670415"/>
                  <a:pt x="0" y="4744112"/>
                </a:cubicBezTo>
                <a:cubicBezTo>
                  <a:pt x="-36990" y="4581594"/>
                  <a:pt x="15759" y="4401017"/>
                  <a:pt x="0" y="4293421"/>
                </a:cubicBezTo>
                <a:cubicBezTo>
                  <a:pt x="-15759" y="4185825"/>
                  <a:pt x="30951" y="3918995"/>
                  <a:pt x="0" y="3795290"/>
                </a:cubicBezTo>
                <a:cubicBezTo>
                  <a:pt x="-30951" y="3671585"/>
                  <a:pt x="15229" y="3462018"/>
                  <a:pt x="0" y="3344599"/>
                </a:cubicBezTo>
                <a:cubicBezTo>
                  <a:pt x="-15229" y="3227180"/>
                  <a:pt x="53989" y="2877391"/>
                  <a:pt x="0" y="2751585"/>
                </a:cubicBezTo>
                <a:cubicBezTo>
                  <a:pt x="-53989" y="2625779"/>
                  <a:pt x="59144" y="2417607"/>
                  <a:pt x="0" y="2253453"/>
                </a:cubicBezTo>
                <a:cubicBezTo>
                  <a:pt x="-59144" y="2089299"/>
                  <a:pt x="45085" y="1969494"/>
                  <a:pt x="0" y="1755321"/>
                </a:cubicBezTo>
                <a:cubicBezTo>
                  <a:pt x="-45085" y="1541148"/>
                  <a:pt x="55650" y="1427746"/>
                  <a:pt x="0" y="1257190"/>
                </a:cubicBezTo>
                <a:cubicBezTo>
                  <a:pt x="-55650" y="1086634"/>
                  <a:pt x="58007" y="900786"/>
                  <a:pt x="0" y="664176"/>
                </a:cubicBezTo>
                <a:cubicBezTo>
                  <a:pt x="-58007" y="427566"/>
                  <a:pt x="70749" y="19735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656145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C6D52A70-1D97-24C9-3213-BA2C5DFFD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460" y="3152258"/>
            <a:ext cx="5163271" cy="3705742"/>
          </a:xfrm>
          <a:custGeom>
            <a:avLst/>
            <a:gdLst>
              <a:gd name="connsiteX0" fmla="*/ 0 w 4353533"/>
              <a:gd name="connsiteY0" fmla="*/ 0 h 4744112"/>
              <a:gd name="connsiteX1" fmla="*/ 544192 w 4353533"/>
              <a:gd name="connsiteY1" fmla="*/ 0 h 4744112"/>
              <a:gd name="connsiteX2" fmla="*/ 1088383 w 4353533"/>
              <a:gd name="connsiteY2" fmla="*/ 0 h 4744112"/>
              <a:gd name="connsiteX3" fmla="*/ 1501969 w 4353533"/>
              <a:gd name="connsiteY3" fmla="*/ 0 h 4744112"/>
              <a:gd name="connsiteX4" fmla="*/ 1915555 w 4353533"/>
              <a:gd name="connsiteY4" fmla="*/ 0 h 4744112"/>
              <a:gd name="connsiteX5" fmla="*/ 2503281 w 4353533"/>
              <a:gd name="connsiteY5" fmla="*/ 0 h 4744112"/>
              <a:gd name="connsiteX6" fmla="*/ 3047473 w 4353533"/>
              <a:gd name="connsiteY6" fmla="*/ 0 h 4744112"/>
              <a:gd name="connsiteX7" fmla="*/ 3591665 w 4353533"/>
              <a:gd name="connsiteY7" fmla="*/ 0 h 4744112"/>
              <a:gd name="connsiteX8" fmla="*/ 4353533 w 4353533"/>
              <a:gd name="connsiteY8" fmla="*/ 0 h 4744112"/>
              <a:gd name="connsiteX9" fmla="*/ 4353533 w 4353533"/>
              <a:gd name="connsiteY9" fmla="*/ 545573 h 4744112"/>
              <a:gd name="connsiteX10" fmla="*/ 4353533 w 4353533"/>
              <a:gd name="connsiteY10" fmla="*/ 1138587 h 4744112"/>
              <a:gd name="connsiteX11" fmla="*/ 4353533 w 4353533"/>
              <a:gd name="connsiteY11" fmla="*/ 1636719 h 4744112"/>
              <a:gd name="connsiteX12" fmla="*/ 4353533 w 4353533"/>
              <a:gd name="connsiteY12" fmla="*/ 2277174 h 4744112"/>
              <a:gd name="connsiteX13" fmla="*/ 4353533 w 4353533"/>
              <a:gd name="connsiteY13" fmla="*/ 2775306 h 4744112"/>
              <a:gd name="connsiteX14" fmla="*/ 4353533 w 4353533"/>
              <a:gd name="connsiteY14" fmla="*/ 3273437 h 4744112"/>
              <a:gd name="connsiteX15" fmla="*/ 4353533 w 4353533"/>
              <a:gd name="connsiteY15" fmla="*/ 3771569 h 4744112"/>
              <a:gd name="connsiteX16" fmla="*/ 4353533 w 4353533"/>
              <a:gd name="connsiteY16" fmla="*/ 4744112 h 4744112"/>
              <a:gd name="connsiteX17" fmla="*/ 3939947 w 4353533"/>
              <a:gd name="connsiteY17" fmla="*/ 4744112 h 4744112"/>
              <a:gd name="connsiteX18" fmla="*/ 3482826 w 4353533"/>
              <a:gd name="connsiteY18" fmla="*/ 4744112 h 4744112"/>
              <a:gd name="connsiteX19" fmla="*/ 2895099 w 4353533"/>
              <a:gd name="connsiteY19" fmla="*/ 4744112 h 4744112"/>
              <a:gd name="connsiteX20" fmla="*/ 2350908 w 4353533"/>
              <a:gd name="connsiteY20" fmla="*/ 4744112 h 4744112"/>
              <a:gd name="connsiteX21" fmla="*/ 1850252 w 4353533"/>
              <a:gd name="connsiteY21" fmla="*/ 4744112 h 4744112"/>
              <a:gd name="connsiteX22" fmla="*/ 1218989 w 4353533"/>
              <a:gd name="connsiteY22" fmla="*/ 4744112 h 4744112"/>
              <a:gd name="connsiteX23" fmla="*/ 631262 w 4353533"/>
              <a:gd name="connsiteY23" fmla="*/ 4744112 h 4744112"/>
              <a:gd name="connsiteX24" fmla="*/ 0 w 4353533"/>
              <a:gd name="connsiteY24" fmla="*/ 4744112 h 4744112"/>
              <a:gd name="connsiteX25" fmla="*/ 0 w 4353533"/>
              <a:gd name="connsiteY25" fmla="*/ 4293421 h 4744112"/>
              <a:gd name="connsiteX26" fmla="*/ 0 w 4353533"/>
              <a:gd name="connsiteY26" fmla="*/ 3652966 h 4744112"/>
              <a:gd name="connsiteX27" fmla="*/ 0 w 4353533"/>
              <a:gd name="connsiteY27" fmla="*/ 3059952 h 4744112"/>
              <a:gd name="connsiteX28" fmla="*/ 0 w 4353533"/>
              <a:gd name="connsiteY28" fmla="*/ 2419497 h 4744112"/>
              <a:gd name="connsiteX29" fmla="*/ 0 w 4353533"/>
              <a:gd name="connsiteY29" fmla="*/ 1826483 h 4744112"/>
              <a:gd name="connsiteX30" fmla="*/ 0 w 4353533"/>
              <a:gd name="connsiteY30" fmla="*/ 1280910 h 4744112"/>
              <a:gd name="connsiteX31" fmla="*/ 0 w 4353533"/>
              <a:gd name="connsiteY31" fmla="*/ 593014 h 4744112"/>
              <a:gd name="connsiteX32" fmla="*/ 0 w 4353533"/>
              <a:gd name="connsiteY32" fmla="*/ 0 h 474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353533" h="4744112" fill="none" extrusionOk="0">
                <a:moveTo>
                  <a:pt x="0" y="0"/>
                </a:moveTo>
                <a:cubicBezTo>
                  <a:pt x="111346" y="-18627"/>
                  <a:pt x="344667" y="51664"/>
                  <a:pt x="544192" y="0"/>
                </a:cubicBezTo>
                <a:cubicBezTo>
                  <a:pt x="743717" y="-51664"/>
                  <a:pt x="820350" y="58838"/>
                  <a:pt x="1088383" y="0"/>
                </a:cubicBezTo>
                <a:cubicBezTo>
                  <a:pt x="1356416" y="-58838"/>
                  <a:pt x="1406861" y="23847"/>
                  <a:pt x="1501969" y="0"/>
                </a:cubicBezTo>
                <a:cubicBezTo>
                  <a:pt x="1597077" y="-23847"/>
                  <a:pt x="1733392" y="4244"/>
                  <a:pt x="1915555" y="0"/>
                </a:cubicBezTo>
                <a:cubicBezTo>
                  <a:pt x="2097718" y="-4244"/>
                  <a:pt x="2366296" y="30271"/>
                  <a:pt x="2503281" y="0"/>
                </a:cubicBezTo>
                <a:cubicBezTo>
                  <a:pt x="2640266" y="-30271"/>
                  <a:pt x="2885814" y="31640"/>
                  <a:pt x="3047473" y="0"/>
                </a:cubicBezTo>
                <a:cubicBezTo>
                  <a:pt x="3209132" y="-31640"/>
                  <a:pt x="3414670" y="12999"/>
                  <a:pt x="3591665" y="0"/>
                </a:cubicBezTo>
                <a:cubicBezTo>
                  <a:pt x="3768660" y="-12999"/>
                  <a:pt x="4009649" y="64005"/>
                  <a:pt x="4353533" y="0"/>
                </a:cubicBezTo>
                <a:cubicBezTo>
                  <a:pt x="4358823" y="184888"/>
                  <a:pt x="4323489" y="323490"/>
                  <a:pt x="4353533" y="545573"/>
                </a:cubicBezTo>
                <a:cubicBezTo>
                  <a:pt x="4383577" y="767656"/>
                  <a:pt x="4347524" y="874283"/>
                  <a:pt x="4353533" y="1138587"/>
                </a:cubicBezTo>
                <a:cubicBezTo>
                  <a:pt x="4359542" y="1402891"/>
                  <a:pt x="4300534" y="1512034"/>
                  <a:pt x="4353533" y="1636719"/>
                </a:cubicBezTo>
                <a:cubicBezTo>
                  <a:pt x="4406532" y="1761404"/>
                  <a:pt x="4294914" y="2047541"/>
                  <a:pt x="4353533" y="2277174"/>
                </a:cubicBezTo>
                <a:cubicBezTo>
                  <a:pt x="4412152" y="2506808"/>
                  <a:pt x="4294546" y="2537083"/>
                  <a:pt x="4353533" y="2775306"/>
                </a:cubicBezTo>
                <a:cubicBezTo>
                  <a:pt x="4412520" y="3013529"/>
                  <a:pt x="4297962" y="3160925"/>
                  <a:pt x="4353533" y="3273437"/>
                </a:cubicBezTo>
                <a:cubicBezTo>
                  <a:pt x="4409104" y="3385949"/>
                  <a:pt x="4337978" y="3539941"/>
                  <a:pt x="4353533" y="3771569"/>
                </a:cubicBezTo>
                <a:cubicBezTo>
                  <a:pt x="4369088" y="4003197"/>
                  <a:pt x="4286272" y="4407531"/>
                  <a:pt x="4353533" y="4744112"/>
                </a:cubicBezTo>
                <a:cubicBezTo>
                  <a:pt x="4229434" y="4768221"/>
                  <a:pt x="4081216" y="4729112"/>
                  <a:pt x="3939947" y="4744112"/>
                </a:cubicBezTo>
                <a:cubicBezTo>
                  <a:pt x="3798678" y="4759112"/>
                  <a:pt x="3582124" y="4702462"/>
                  <a:pt x="3482826" y="4744112"/>
                </a:cubicBezTo>
                <a:cubicBezTo>
                  <a:pt x="3383528" y="4785762"/>
                  <a:pt x="3088155" y="4688100"/>
                  <a:pt x="2895099" y="4744112"/>
                </a:cubicBezTo>
                <a:cubicBezTo>
                  <a:pt x="2702043" y="4800124"/>
                  <a:pt x="2496852" y="4692032"/>
                  <a:pt x="2350908" y="4744112"/>
                </a:cubicBezTo>
                <a:cubicBezTo>
                  <a:pt x="2204964" y="4796192"/>
                  <a:pt x="2014544" y="4727746"/>
                  <a:pt x="1850252" y="4744112"/>
                </a:cubicBezTo>
                <a:cubicBezTo>
                  <a:pt x="1685960" y="4760478"/>
                  <a:pt x="1458977" y="4716365"/>
                  <a:pt x="1218989" y="4744112"/>
                </a:cubicBezTo>
                <a:cubicBezTo>
                  <a:pt x="979001" y="4771859"/>
                  <a:pt x="892676" y="4729599"/>
                  <a:pt x="631262" y="4744112"/>
                </a:cubicBezTo>
                <a:cubicBezTo>
                  <a:pt x="369848" y="4758625"/>
                  <a:pt x="290484" y="4708251"/>
                  <a:pt x="0" y="4744112"/>
                </a:cubicBezTo>
                <a:cubicBezTo>
                  <a:pt x="-6945" y="4579038"/>
                  <a:pt x="47695" y="4453672"/>
                  <a:pt x="0" y="4293421"/>
                </a:cubicBezTo>
                <a:cubicBezTo>
                  <a:pt x="-47695" y="4133170"/>
                  <a:pt x="37252" y="3812147"/>
                  <a:pt x="0" y="3652966"/>
                </a:cubicBezTo>
                <a:cubicBezTo>
                  <a:pt x="-37252" y="3493785"/>
                  <a:pt x="17731" y="3224318"/>
                  <a:pt x="0" y="3059952"/>
                </a:cubicBezTo>
                <a:cubicBezTo>
                  <a:pt x="-17731" y="2895586"/>
                  <a:pt x="38849" y="2715770"/>
                  <a:pt x="0" y="2419497"/>
                </a:cubicBezTo>
                <a:cubicBezTo>
                  <a:pt x="-38849" y="2123224"/>
                  <a:pt x="8470" y="2064892"/>
                  <a:pt x="0" y="1826483"/>
                </a:cubicBezTo>
                <a:cubicBezTo>
                  <a:pt x="-8470" y="1588074"/>
                  <a:pt x="8037" y="1507667"/>
                  <a:pt x="0" y="1280910"/>
                </a:cubicBezTo>
                <a:cubicBezTo>
                  <a:pt x="-8037" y="1054153"/>
                  <a:pt x="55405" y="892503"/>
                  <a:pt x="0" y="593014"/>
                </a:cubicBezTo>
                <a:cubicBezTo>
                  <a:pt x="-55405" y="293525"/>
                  <a:pt x="12300" y="136646"/>
                  <a:pt x="0" y="0"/>
                </a:cubicBezTo>
                <a:close/>
              </a:path>
              <a:path w="4353533" h="4744112" stroke="0" extrusionOk="0">
                <a:moveTo>
                  <a:pt x="0" y="0"/>
                </a:moveTo>
                <a:cubicBezTo>
                  <a:pt x="187243" y="-57978"/>
                  <a:pt x="318828" y="446"/>
                  <a:pt x="500656" y="0"/>
                </a:cubicBezTo>
                <a:cubicBezTo>
                  <a:pt x="682484" y="-446"/>
                  <a:pt x="756492" y="42333"/>
                  <a:pt x="1001313" y="0"/>
                </a:cubicBezTo>
                <a:cubicBezTo>
                  <a:pt x="1246134" y="-42333"/>
                  <a:pt x="1381006" y="22189"/>
                  <a:pt x="1632575" y="0"/>
                </a:cubicBezTo>
                <a:cubicBezTo>
                  <a:pt x="1884144" y="-22189"/>
                  <a:pt x="2079904" y="66716"/>
                  <a:pt x="2220302" y="0"/>
                </a:cubicBezTo>
                <a:cubicBezTo>
                  <a:pt x="2360700" y="-66716"/>
                  <a:pt x="2611546" y="70086"/>
                  <a:pt x="2808029" y="0"/>
                </a:cubicBezTo>
                <a:cubicBezTo>
                  <a:pt x="3004512" y="-70086"/>
                  <a:pt x="3236951" y="26814"/>
                  <a:pt x="3352220" y="0"/>
                </a:cubicBezTo>
                <a:cubicBezTo>
                  <a:pt x="3467489" y="-26814"/>
                  <a:pt x="4140408" y="98658"/>
                  <a:pt x="4353533" y="0"/>
                </a:cubicBezTo>
                <a:cubicBezTo>
                  <a:pt x="4418824" y="214140"/>
                  <a:pt x="4287107" y="393044"/>
                  <a:pt x="4353533" y="640455"/>
                </a:cubicBezTo>
                <a:cubicBezTo>
                  <a:pt x="4419959" y="887866"/>
                  <a:pt x="4308526" y="1014675"/>
                  <a:pt x="4353533" y="1280910"/>
                </a:cubicBezTo>
                <a:cubicBezTo>
                  <a:pt x="4398540" y="1547145"/>
                  <a:pt x="4319588" y="1534276"/>
                  <a:pt x="4353533" y="1731601"/>
                </a:cubicBezTo>
                <a:cubicBezTo>
                  <a:pt x="4387478" y="1928926"/>
                  <a:pt x="4344283" y="2147452"/>
                  <a:pt x="4353533" y="2324615"/>
                </a:cubicBezTo>
                <a:cubicBezTo>
                  <a:pt x="4362783" y="2501778"/>
                  <a:pt x="4339398" y="2670119"/>
                  <a:pt x="4353533" y="2775306"/>
                </a:cubicBezTo>
                <a:cubicBezTo>
                  <a:pt x="4367668" y="2880493"/>
                  <a:pt x="4337678" y="3163358"/>
                  <a:pt x="4353533" y="3273437"/>
                </a:cubicBezTo>
                <a:cubicBezTo>
                  <a:pt x="4369388" y="3383516"/>
                  <a:pt x="4297586" y="3670945"/>
                  <a:pt x="4353533" y="3866451"/>
                </a:cubicBezTo>
                <a:cubicBezTo>
                  <a:pt x="4409480" y="4061957"/>
                  <a:pt x="4327614" y="4473390"/>
                  <a:pt x="4353533" y="4744112"/>
                </a:cubicBezTo>
                <a:cubicBezTo>
                  <a:pt x="4186860" y="4797119"/>
                  <a:pt x="4064671" y="4727499"/>
                  <a:pt x="3809341" y="4744112"/>
                </a:cubicBezTo>
                <a:cubicBezTo>
                  <a:pt x="3554011" y="4760725"/>
                  <a:pt x="3476242" y="4700033"/>
                  <a:pt x="3308685" y="4744112"/>
                </a:cubicBezTo>
                <a:cubicBezTo>
                  <a:pt x="3141128" y="4788191"/>
                  <a:pt x="2819432" y="4695231"/>
                  <a:pt x="2677423" y="4744112"/>
                </a:cubicBezTo>
                <a:cubicBezTo>
                  <a:pt x="2535414" y="4792993"/>
                  <a:pt x="2367065" y="4726041"/>
                  <a:pt x="2176767" y="4744112"/>
                </a:cubicBezTo>
                <a:cubicBezTo>
                  <a:pt x="1986469" y="4762183"/>
                  <a:pt x="1724209" y="4704165"/>
                  <a:pt x="1589040" y="4744112"/>
                </a:cubicBezTo>
                <a:cubicBezTo>
                  <a:pt x="1453871" y="4784059"/>
                  <a:pt x="1166844" y="4710126"/>
                  <a:pt x="957777" y="4744112"/>
                </a:cubicBezTo>
                <a:cubicBezTo>
                  <a:pt x="748710" y="4778098"/>
                  <a:pt x="361526" y="4670415"/>
                  <a:pt x="0" y="4744112"/>
                </a:cubicBezTo>
                <a:cubicBezTo>
                  <a:pt x="-36990" y="4581594"/>
                  <a:pt x="15759" y="4401017"/>
                  <a:pt x="0" y="4293421"/>
                </a:cubicBezTo>
                <a:cubicBezTo>
                  <a:pt x="-15759" y="4185825"/>
                  <a:pt x="30951" y="3918995"/>
                  <a:pt x="0" y="3795290"/>
                </a:cubicBezTo>
                <a:cubicBezTo>
                  <a:pt x="-30951" y="3671585"/>
                  <a:pt x="15229" y="3462018"/>
                  <a:pt x="0" y="3344599"/>
                </a:cubicBezTo>
                <a:cubicBezTo>
                  <a:pt x="-15229" y="3227180"/>
                  <a:pt x="53989" y="2877391"/>
                  <a:pt x="0" y="2751585"/>
                </a:cubicBezTo>
                <a:cubicBezTo>
                  <a:pt x="-53989" y="2625779"/>
                  <a:pt x="59144" y="2417607"/>
                  <a:pt x="0" y="2253453"/>
                </a:cubicBezTo>
                <a:cubicBezTo>
                  <a:pt x="-59144" y="2089299"/>
                  <a:pt x="45085" y="1969494"/>
                  <a:pt x="0" y="1755321"/>
                </a:cubicBezTo>
                <a:cubicBezTo>
                  <a:pt x="-45085" y="1541148"/>
                  <a:pt x="55650" y="1427746"/>
                  <a:pt x="0" y="1257190"/>
                </a:cubicBezTo>
                <a:cubicBezTo>
                  <a:pt x="-55650" y="1086634"/>
                  <a:pt x="58007" y="900786"/>
                  <a:pt x="0" y="664176"/>
                </a:cubicBezTo>
                <a:cubicBezTo>
                  <a:pt x="-58007" y="427566"/>
                  <a:pt x="70749" y="19735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656145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267D61DD-8FA3-C6FE-3E57-5FDF8782C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85274">
            <a:off x="6994297" y="782194"/>
            <a:ext cx="4915586" cy="3972479"/>
          </a:xfrm>
          <a:custGeom>
            <a:avLst/>
            <a:gdLst>
              <a:gd name="connsiteX0" fmla="*/ 0 w 4353533"/>
              <a:gd name="connsiteY0" fmla="*/ 0 h 4744112"/>
              <a:gd name="connsiteX1" fmla="*/ 544192 w 4353533"/>
              <a:gd name="connsiteY1" fmla="*/ 0 h 4744112"/>
              <a:gd name="connsiteX2" fmla="*/ 1088383 w 4353533"/>
              <a:gd name="connsiteY2" fmla="*/ 0 h 4744112"/>
              <a:gd name="connsiteX3" fmla="*/ 1501969 w 4353533"/>
              <a:gd name="connsiteY3" fmla="*/ 0 h 4744112"/>
              <a:gd name="connsiteX4" fmla="*/ 1915555 w 4353533"/>
              <a:gd name="connsiteY4" fmla="*/ 0 h 4744112"/>
              <a:gd name="connsiteX5" fmla="*/ 2503281 w 4353533"/>
              <a:gd name="connsiteY5" fmla="*/ 0 h 4744112"/>
              <a:gd name="connsiteX6" fmla="*/ 3047473 w 4353533"/>
              <a:gd name="connsiteY6" fmla="*/ 0 h 4744112"/>
              <a:gd name="connsiteX7" fmla="*/ 3591665 w 4353533"/>
              <a:gd name="connsiteY7" fmla="*/ 0 h 4744112"/>
              <a:gd name="connsiteX8" fmla="*/ 4353533 w 4353533"/>
              <a:gd name="connsiteY8" fmla="*/ 0 h 4744112"/>
              <a:gd name="connsiteX9" fmla="*/ 4353533 w 4353533"/>
              <a:gd name="connsiteY9" fmla="*/ 545573 h 4744112"/>
              <a:gd name="connsiteX10" fmla="*/ 4353533 w 4353533"/>
              <a:gd name="connsiteY10" fmla="*/ 1138587 h 4744112"/>
              <a:gd name="connsiteX11" fmla="*/ 4353533 w 4353533"/>
              <a:gd name="connsiteY11" fmla="*/ 1636719 h 4744112"/>
              <a:gd name="connsiteX12" fmla="*/ 4353533 w 4353533"/>
              <a:gd name="connsiteY12" fmla="*/ 2277174 h 4744112"/>
              <a:gd name="connsiteX13" fmla="*/ 4353533 w 4353533"/>
              <a:gd name="connsiteY13" fmla="*/ 2775306 h 4744112"/>
              <a:gd name="connsiteX14" fmla="*/ 4353533 w 4353533"/>
              <a:gd name="connsiteY14" fmla="*/ 3273437 h 4744112"/>
              <a:gd name="connsiteX15" fmla="*/ 4353533 w 4353533"/>
              <a:gd name="connsiteY15" fmla="*/ 3771569 h 4744112"/>
              <a:gd name="connsiteX16" fmla="*/ 4353533 w 4353533"/>
              <a:gd name="connsiteY16" fmla="*/ 4744112 h 4744112"/>
              <a:gd name="connsiteX17" fmla="*/ 3939947 w 4353533"/>
              <a:gd name="connsiteY17" fmla="*/ 4744112 h 4744112"/>
              <a:gd name="connsiteX18" fmla="*/ 3482826 w 4353533"/>
              <a:gd name="connsiteY18" fmla="*/ 4744112 h 4744112"/>
              <a:gd name="connsiteX19" fmla="*/ 2895099 w 4353533"/>
              <a:gd name="connsiteY19" fmla="*/ 4744112 h 4744112"/>
              <a:gd name="connsiteX20" fmla="*/ 2350908 w 4353533"/>
              <a:gd name="connsiteY20" fmla="*/ 4744112 h 4744112"/>
              <a:gd name="connsiteX21" fmla="*/ 1850252 w 4353533"/>
              <a:gd name="connsiteY21" fmla="*/ 4744112 h 4744112"/>
              <a:gd name="connsiteX22" fmla="*/ 1218989 w 4353533"/>
              <a:gd name="connsiteY22" fmla="*/ 4744112 h 4744112"/>
              <a:gd name="connsiteX23" fmla="*/ 631262 w 4353533"/>
              <a:gd name="connsiteY23" fmla="*/ 4744112 h 4744112"/>
              <a:gd name="connsiteX24" fmla="*/ 0 w 4353533"/>
              <a:gd name="connsiteY24" fmla="*/ 4744112 h 4744112"/>
              <a:gd name="connsiteX25" fmla="*/ 0 w 4353533"/>
              <a:gd name="connsiteY25" fmla="*/ 4293421 h 4744112"/>
              <a:gd name="connsiteX26" fmla="*/ 0 w 4353533"/>
              <a:gd name="connsiteY26" fmla="*/ 3652966 h 4744112"/>
              <a:gd name="connsiteX27" fmla="*/ 0 w 4353533"/>
              <a:gd name="connsiteY27" fmla="*/ 3059952 h 4744112"/>
              <a:gd name="connsiteX28" fmla="*/ 0 w 4353533"/>
              <a:gd name="connsiteY28" fmla="*/ 2419497 h 4744112"/>
              <a:gd name="connsiteX29" fmla="*/ 0 w 4353533"/>
              <a:gd name="connsiteY29" fmla="*/ 1826483 h 4744112"/>
              <a:gd name="connsiteX30" fmla="*/ 0 w 4353533"/>
              <a:gd name="connsiteY30" fmla="*/ 1280910 h 4744112"/>
              <a:gd name="connsiteX31" fmla="*/ 0 w 4353533"/>
              <a:gd name="connsiteY31" fmla="*/ 593014 h 4744112"/>
              <a:gd name="connsiteX32" fmla="*/ 0 w 4353533"/>
              <a:gd name="connsiteY32" fmla="*/ 0 h 474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353533" h="4744112" fill="none" extrusionOk="0">
                <a:moveTo>
                  <a:pt x="0" y="0"/>
                </a:moveTo>
                <a:cubicBezTo>
                  <a:pt x="111346" y="-18627"/>
                  <a:pt x="344667" y="51664"/>
                  <a:pt x="544192" y="0"/>
                </a:cubicBezTo>
                <a:cubicBezTo>
                  <a:pt x="743717" y="-51664"/>
                  <a:pt x="820350" y="58838"/>
                  <a:pt x="1088383" y="0"/>
                </a:cubicBezTo>
                <a:cubicBezTo>
                  <a:pt x="1356416" y="-58838"/>
                  <a:pt x="1406861" y="23847"/>
                  <a:pt x="1501969" y="0"/>
                </a:cubicBezTo>
                <a:cubicBezTo>
                  <a:pt x="1597077" y="-23847"/>
                  <a:pt x="1733392" y="4244"/>
                  <a:pt x="1915555" y="0"/>
                </a:cubicBezTo>
                <a:cubicBezTo>
                  <a:pt x="2097718" y="-4244"/>
                  <a:pt x="2366296" y="30271"/>
                  <a:pt x="2503281" y="0"/>
                </a:cubicBezTo>
                <a:cubicBezTo>
                  <a:pt x="2640266" y="-30271"/>
                  <a:pt x="2885814" y="31640"/>
                  <a:pt x="3047473" y="0"/>
                </a:cubicBezTo>
                <a:cubicBezTo>
                  <a:pt x="3209132" y="-31640"/>
                  <a:pt x="3414670" y="12999"/>
                  <a:pt x="3591665" y="0"/>
                </a:cubicBezTo>
                <a:cubicBezTo>
                  <a:pt x="3768660" y="-12999"/>
                  <a:pt x="4009649" y="64005"/>
                  <a:pt x="4353533" y="0"/>
                </a:cubicBezTo>
                <a:cubicBezTo>
                  <a:pt x="4358823" y="184888"/>
                  <a:pt x="4323489" y="323490"/>
                  <a:pt x="4353533" y="545573"/>
                </a:cubicBezTo>
                <a:cubicBezTo>
                  <a:pt x="4383577" y="767656"/>
                  <a:pt x="4347524" y="874283"/>
                  <a:pt x="4353533" y="1138587"/>
                </a:cubicBezTo>
                <a:cubicBezTo>
                  <a:pt x="4359542" y="1402891"/>
                  <a:pt x="4300534" y="1512034"/>
                  <a:pt x="4353533" y="1636719"/>
                </a:cubicBezTo>
                <a:cubicBezTo>
                  <a:pt x="4406532" y="1761404"/>
                  <a:pt x="4294914" y="2047541"/>
                  <a:pt x="4353533" y="2277174"/>
                </a:cubicBezTo>
                <a:cubicBezTo>
                  <a:pt x="4412152" y="2506808"/>
                  <a:pt x="4294546" y="2537083"/>
                  <a:pt x="4353533" y="2775306"/>
                </a:cubicBezTo>
                <a:cubicBezTo>
                  <a:pt x="4412520" y="3013529"/>
                  <a:pt x="4297962" y="3160925"/>
                  <a:pt x="4353533" y="3273437"/>
                </a:cubicBezTo>
                <a:cubicBezTo>
                  <a:pt x="4409104" y="3385949"/>
                  <a:pt x="4337978" y="3539941"/>
                  <a:pt x="4353533" y="3771569"/>
                </a:cubicBezTo>
                <a:cubicBezTo>
                  <a:pt x="4369088" y="4003197"/>
                  <a:pt x="4286272" y="4407531"/>
                  <a:pt x="4353533" y="4744112"/>
                </a:cubicBezTo>
                <a:cubicBezTo>
                  <a:pt x="4229434" y="4768221"/>
                  <a:pt x="4081216" y="4729112"/>
                  <a:pt x="3939947" y="4744112"/>
                </a:cubicBezTo>
                <a:cubicBezTo>
                  <a:pt x="3798678" y="4759112"/>
                  <a:pt x="3582124" y="4702462"/>
                  <a:pt x="3482826" y="4744112"/>
                </a:cubicBezTo>
                <a:cubicBezTo>
                  <a:pt x="3383528" y="4785762"/>
                  <a:pt x="3088155" y="4688100"/>
                  <a:pt x="2895099" y="4744112"/>
                </a:cubicBezTo>
                <a:cubicBezTo>
                  <a:pt x="2702043" y="4800124"/>
                  <a:pt x="2496852" y="4692032"/>
                  <a:pt x="2350908" y="4744112"/>
                </a:cubicBezTo>
                <a:cubicBezTo>
                  <a:pt x="2204964" y="4796192"/>
                  <a:pt x="2014544" y="4727746"/>
                  <a:pt x="1850252" y="4744112"/>
                </a:cubicBezTo>
                <a:cubicBezTo>
                  <a:pt x="1685960" y="4760478"/>
                  <a:pt x="1458977" y="4716365"/>
                  <a:pt x="1218989" y="4744112"/>
                </a:cubicBezTo>
                <a:cubicBezTo>
                  <a:pt x="979001" y="4771859"/>
                  <a:pt x="892676" y="4729599"/>
                  <a:pt x="631262" y="4744112"/>
                </a:cubicBezTo>
                <a:cubicBezTo>
                  <a:pt x="369848" y="4758625"/>
                  <a:pt x="290484" y="4708251"/>
                  <a:pt x="0" y="4744112"/>
                </a:cubicBezTo>
                <a:cubicBezTo>
                  <a:pt x="-6945" y="4579038"/>
                  <a:pt x="47695" y="4453672"/>
                  <a:pt x="0" y="4293421"/>
                </a:cubicBezTo>
                <a:cubicBezTo>
                  <a:pt x="-47695" y="4133170"/>
                  <a:pt x="37252" y="3812147"/>
                  <a:pt x="0" y="3652966"/>
                </a:cubicBezTo>
                <a:cubicBezTo>
                  <a:pt x="-37252" y="3493785"/>
                  <a:pt x="17731" y="3224318"/>
                  <a:pt x="0" y="3059952"/>
                </a:cubicBezTo>
                <a:cubicBezTo>
                  <a:pt x="-17731" y="2895586"/>
                  <a:pt x="38849" y="2715770"/>
                  <a:pt x="0" y="2419497"/>
                </a:cubicBezTo>
                <a:cubicBezTo>
                  <a:pt x="-38849" y="2123224"/>
                  <a:pt x="8470" y="2064892"/>
                  <a:pt x="0" y="1826483"/>
                </a:cubicBezTo>
                <a:cubicBezTo>
                  <a:pt x="-8470" y="1588074"/>
                  <a:pt x="8037" y="1507667"/>
                  <a:pt x="0" y="1280910"/>
                </a:cubicBezTo>
                <a:cubicBezTo>
                  <a:pt x="-8037" y="1054153"/>
                  <a:pt x="55405" y="892503"/>
                  <a:pt x="0" y="593014"/>
                </a:cubicBezTo>
                <a:cubicBezTo>
                  <a:pt x="-55405" y="293525"/>
                  <a:pt x="12300" y="136646"/>
                  <a:pt x="0" y="0"/>
                </a:cubicBezTo>
                <a:close/>
              </a:path>
              <a:path w="4353533" h="4744112" stroke="0" extrusionOk="0">
                <a:moveTo>
                  <a:pt x="0" y="0"/>
                </a:moveTo>
                <a:cubicBezTo>
                  <a:pt x="187243" y="-57978"/>
                  <a:pt x="318828" y="446"/>
                  <a:pt x="500656" y="0"/>
                </a:cubicBezTo>
                <a:cubicBezTo>
                  <a:pt x="682484" y="-446"/>
                  <a:pt x="756492" y="42333"/>
                  <a:pt x="1001313" y="0"/>
                </a:cubicBezTo>
                <a:cubicBezTo>
                  <a:pt x="1246134" y="-42333"/>
                  <a:pt x="1381006" y="22189"/>
                  <a:pt x="1632575" y="0"/>
                </a:cubicBezTo>
                <a:cubicBezTo>
                  <a:pt x="1884144" y="-22189"/>
                  <a:pt x="2079904" y="66716"/>
                  <a:pt x="2220302" y="0"/>
                </a:cubicBezTo>
                <a:cubicBezTo>
                  <a:pt x="2360700" y="-66716"/>
                  <a:pt x="2611546" y="70086"/>
                  <a:pt x="2808029" y="0"/>
                </a:cubicBezTo>
                <a:cubicBezTo>
                  <a:pt x="3004512" y="-70086"/>
                  <a:pt x="3236951" y="26814"/>
                  <a:pt x="3352220" y="0"/>
                </a:cubicBezTo>
                <a:cubicBezTo>
                  <a:pt x="3467489" y="-26814"/>
                  <a:pt x="4140408" y="98658"/>
                  <a:pt x="4353533" y="0"/>
                </a:cubicBezTo>
                <a:cubicBezTo>
                  <a:pt x="4418824" y="214140"/>
                  <a:pt x="4287107" y="393044"/>
                  <a:pt x="4353533" y="640455"/>
                </a:cubicBezTo>
                <a:cubicBezTo>
                  <a:pt x="4419959" y="887866"/>
                  <a:pt x="4308526" y="1014675"/>
                  <a:pt x="4353533" y="1280910"/>
                </a:cubicBezTo>
                <a:cubicBezTo>
                  <a:pt x="4398540" y="1547145"/>
                  <a:pt x="4319588" y="1534276"/>
                  <a:pt x="4353533" y="1731601"/>
                </a:cubicBezTo>
                <a:cubicBezTo>
                  <a:pt x="4387478" y="1928926"/>
                  <a:pt x="4344283" y="2147452"/>
                  <a:pt x="4353533" y="2324615"/>
                </a:cubicBezTo>
                <a:cubicBezTo>
                  <a:pt x="4362783" y="2501778"/>
                  <a:pt x="4339398" y="2670119"/>
                  <a:pt x="4353533" y="2775306"/>
                </a:cubicBezTo>
                <a:cubicBezTo>
                  <a:pt x="4367668" y="2880493"/>
                  <a:pt x="4337678" y="3163358"/>
                  <a:pt x="4353533" y="3273437"/>
                </a:cubicBezTo>
                <a:cubicBezTo>
                  <a:pt x="4369388" y="3383516"/>
                  <a:pt x="4297586" y="3670945"/>
                  <a:pt x="4353533" y="3866451"/>
                </a:cubicBezTo>
                <a:cubicBezTo>
                  <a:pt x="4409480" y="4061957"/>
                  <a:pt x="4327614" y="4473390"/>
                  <a:pt x="4353533" y="4744112"/>
                </a:cubicBezTo>
                <a:cubicBezTo>
                  <a:pt x="4186860" y="4797119"/>
                  <a:pt x="4064671" y="4727499"/>
                  <a:pt x="3809341" y="4744112"/>
                </a:cubicBezTo>
                <a:cubicBezTo>
                  <a:pt x="3554011" y="4760725"/>
                  <a:pt x="3476242" y="4700033"/>
                  <a:pt x="3308685" y="4744112"/>
                </a:cubicBezTo>
                <a:cubicBezTo>
                  <a:pt x="3141128" y="4788191"/>
                  <a:pt x="2819432" y="4695231"/>
                  <a:pt x="2677423" y="4744112"/>
                </a:cubicBezTo>
                <a:cubicBezTo>
                  <a:pt x="2535414" y="4792993"/>
                  <a:pt x="2367065" y="4726041"/>
                  <a:pt x="2176767" y="4744112"/>
                </a:cubicBezTo>
                <a:cubicBezTo>
                  <a:pt x="1986469" y="4762183"/>
                  <a:pt x="1724209" y="4704165"/>
                  <a:pt x="1589040" y="4744112"/>
                </a:cubicBezTo>
                <a:cubicBezTo>
                  <a:pt x="1453871" y="4784059"/>
                  <a:pt x="1166844" y="4710126"/>
                  <a:pt x="957777" y="4744112"/>
                </a:cubicBezTo>
                <a:cubicBezTo>
                  <a:pt x="748710" y="4778098"/>
                  <a:pt x="361526" y="4670415"/>
                  <a:pt x="0" y="4744112"/>
                </a:cubicBezTo>
                <a:cubicBezTo>
                  <a:pt x="-36990" y="4581594"/>
                  <a:pt x="15759" y="4401017"/>
                  <a:pt x="0" y="4293421"/>
                </a:cubicBezTo>
                <a:cubicBezTo>
                  <a:pt x="-15759" y="4185825"/>
                  <a:pt x="30951" y="3918995"/>
                  <a:pt x="0" y="3795290"/>
                </a:cubicBezTo>
                <a:cubicBezTo>
                  <a:pt x="-30951" y="3671585"/>
                  <a:pt x="15229" y="3462018"/>
                  <a:pt x="0" y="3344599"/>
                </a:cubicBezTo>
                <a:cubicBezTo>
                  <a:pt x="-15229" y="3227180"/>
                  <a:pt x="53989" y="2877391"/>
                  <a:pt x="0" y="2751585"/>
                </a:cubicBezTo>
                <a:cubicBezTo>
                  <a:pt x="-53989" y="2625779"/>
                  <a:pt x="59144" y="2417607"/>
                  <a:pt x="0" y="2253453"/>
                </a:cubicBezTo>
                <a:cubicBezTo>
                  <a:pt x="-59144" y="2089299"/>
                  <a:pt x="45085" y="1969494"/>
                  <a:pt x="0" y="1755321"/>
                </a:cubicBezTo>
                <a:cubicBezTo>
                  <a:pt x="-45085" y="1541148"/>
                  <a:pt x="55650" y="1427746"/>
                  <a:pt x="0" y="1257190"/>
                </a:cubicBezTo>
                <a:cubicBezTo>
                  <a:pt x="-55650" y="1086634"/>
                  <a:pt x="58007" y="900786"/>
                  <a:pt x="0" y="664176"/>
                </a:cubicBezTo>
                <a:cubicBezTo>
                  <a:pt x="-58007" y="427566"/>
                  <a:pt x="70749" y="19735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656145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293953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9B6EADE4-3831-0B98-38E3-A5ED05FAC01F}"/>
              </a:ext>
            </a:extLst>
          </p:cNvPr>
          <p:cNvSpPr/>
          <p:nvPr/>
        </p:nvSpPr>
        <p:spPr>
          <a:xfrm>
            <a:off x="4724400" y="3677920"/>
            <a:ext cx="4094480" cy="1534160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A2B51A0-ECBA-118F-985B-5803EBE3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46200"/>
          </a:xfrm>
        </p:spPr>
        <p:txBody>
          <a:bodyPr/>
          <a:lstStyle/>
          <a:p>
            <a:r>
              <a:rPr lang="fr-FR" dirty="0"/>
              <a:t>A gyorsrendezés (quicksort) m</a:t>
            </a:r>
            <a:r>
              <a:rPr lang="hu-HU" dirty="0"/>
              <a:t>ű</a:t>
            </a:r>
            <a:r>
              <a:rPr lang="fr-FR" dirty="0"/>
              <a:t>veletigénye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C92DC5-D333-75DA-2A42-8AAB91885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33600"/>
            <a:ext cx="10018713" cy="4038599"/>
          </a:xfrm>
        </p:spPr>
        <p:txBody>
          <a:bodyPr>
            <a:normAutofit/>
          </a:bodyPr>
          <a:lstStyle/>
          <a:p>
            <a:r>
              <a:rPr lang="hu-HU" sz="2200" b="0" i="0" u="none" strike="noStrike" baseline="0" dirty="0"/>
              <a:t>A fenti szétvágás (</a:t>
            </a:r>
            <a:r>
              <a:rPr lang="hu-HU" sz="2200" b="0" i="0" u="none" strike="noStrike" baseline="0" dirty="0" err="1"/>
              <a:t>partition</a:t>
            </a:r>
            <a:r>
              <a:rPr lang="hu-HU" sz="2200" b="0" i="0" u="none" strike="noStrike" baseline="0" dirty="0"/>
              <a:t>) műveletigénye lineáris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1800" b="0" i="0" u="none" strike="noStrike" baseline="0" dirty="0"/>
              <a:t>a két ciklus együtt </a:t>
            </a:r>
            <a:r>
              <a:rPr lang="hu-HU" sz="1800" b="0" i="1" u="none" strike="noStrike" baseline="0" dirty="0"/>
              <a:t>r</a:t>
            </a:r>
            <a:r>
              <a:rPr lang="hu-HU" sz="1800" b="0" i="0" u="none" strike="noStrike" baseline="0" dirty="0"/>
              <a:t> − 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− 1 vagy </a:t>
            </a:r>
            <a:r>
              <a:rPr lang="hu-HU" sz="1800" b="0" i="1" u="none" strike="noStrike" baseline="0" dirty="0"/>
              <a:t>r</a:t>
            </a:r>
            <a:r>
              <a:rPr lang="hu-HU" sz="1800" b="0" i="0" u="none" strike="noStrike" baseline="0" dirty="0"/>
              <a:t> − 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iterációt végez</a:t>
            </a:r>
          </a:p>
          <a:p>
            <a:r>
              <a:rPr lang="hu-HU" sz="2200" b="0" i="0" u="none" strike="noStrike" baseline="0" dirty="0"/>
              <a:t>Műveletigény:</a:t>
            </a:r>
            <a:br>
              <a:rPr lang="hu-HU" sz="2200" b="0" i="0" u="none" strike="noStrike" baseline="0" dirty="0"/>
            </a:br>
            <a:endParaRPr lang="hu-HU" sz="2200" b="0" i="0" u="none" strike="noStrike" baseline="0" dirty="0"/>
          </a:p>
          <a:p>
            <a:pPr marL="457200" lvl="1" indent="0" algn="ctr">
              <a:buNone/>
            </a:pPr>
            <a:r>
              <a:rPr lang="pt-BR" sz="1800" b="1" i="1" u="none" strike="noStrike" baseline="0" dirty="0"/>
              <a:t>mT(n), AT(n) </a:t>
            </a:r>
            <a:r>
              <a:rPr lang="pt-BR" sz="1800" b="1" u="none" strike="noStrike" baseline="0" dirty="0"/>
              <a:t>∈</a:t>
            </a:r>
            <a:r>
              <a:rPr lang="pt-BR" sz="1800" b="1" i="1" u="none" strike="noStrike" baseline="0" dirty="0"/>
              <a:t> Θ(n log n)</a:t>
            </a:r>
          </a:p>
          <a:p>
            <a:pPr marL="457200" lvl="1" indent="0" algn="ctr">
              <a:buNone/>
            </a:pPr>
            <a:r>
              <a:rPr lang="hu-HU" sz="1800" b="1" i="1" u="none" strike="noStrike" baseline="0" dirty="0"/>
              <a:t>MT(n) </a:t>
            </a:r>
            <a:r>
              <a:rPr lang="hu-HU" sz="1800" b="1" u="none" strike="noStrike" baseline="0" dirty="0"/>
              <a:t>∈</a:t>
            </a:r>
            <a:r>
              <a:rPr lang="hu-HU" sz="1800" b="1" i="1" u="none" strike="noStrike" baseline="0" dirty="0"/>
              <a:t> </a:t>
            </a:r>
            <a:r>
              <a:rPr lang="el-GR" sz="1800" b="1" i="1" u="none" strike="noStrike" baseline="0" dirty="0"/>
              <a:t>Θ(</a:t>
            </a:r>
            <a:r>
              <a:rPr lang="hu-HU" sz="1800" b="1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hu-HU" sz="1800" b="1" i="1" baseline="30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hu-HU" sz="1800" b="1" i="1" u="none" strike="noStrike" baseline="0" dirty="0"/>
              <a:t>)</a:t>
            </a:r>
            <a:br>
              <a:rPr lang="hu-HU" sz="1800" b="1" i="1" u="none" strike="noStrike" baseline="0" dirty="0"/>
            </a:br>
            <a:endParaRPr lang="hu-HU" sz="1800" b="1" i="1" dirty="0"/>
          </a:p>
          <a:p>
            <a:pPr lvl="1"/>
            <a:r>
              <a:rPr lang="hu-HU" sz="1800" b="0" i="0" u="none" strike="noStrike" baseline="0" dirty="0"/>
              <a:t>A várható vagy átlagos műveletigény aszimptotikusan a legjobb esethez esik közel</a:t>
            </a:r>
          </a:p>
          <a:p>
            <a:pPr lvl="1"/>
            <a:r>
              <a:rPr lang="hu-HU" sz="1800" b="0" i="0" u="none" strike="noStrike" baseline="0" dirty="0"/>
              <a:t>A legrosszabb eset valószínűsége nagyon kicsi</a:t>
            </a:r>
          </a:p>
        </p:txBody>
      </p:sp>
    </p:spTree>
    <p:extLst>
      <p:ext uri="{BB962C8B-B14F-4D97-AF65-F5344CB8AC3E}">
        <p14:creationId xmlns:p14="http://schemas.microsoft.com/office/powerpoint/2010/main" val="1328256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15364" y="2142048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661756" y="2142244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834287" y="2142048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625DFAF3-D6F5-45F7-8141-8C86FF1E3629}"/>
              </a:ext>
            </a:extLst>
          </p:cNvPr>
          <p:cNvSpPr txBox="1"/>
          <p:nvPr/>
        </p:nvSpPr>
        <p:spPr>
          <a:xfrm>
            <a:off x="6373092" y="1830947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21 &lt; 52 ? YES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F87AFFF8-5D1E-45B6-A633-7E27A10AC409}"/>
              </a:ext>
            </a:extLst>
          </p:cNvPr>
          <p:cNvSpPr txBox="1"/>
          <p:nvPr/>
        </p:nvSpPr>
        <p:spPr>
          <a:xfrm>
            <a:off x="3491346" y="1772716"/>
            <a:ext cx="1499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 (60, 21)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2C3234D3-25AC-47AF-8B63-E20DFD792064}"/>
              </a:ext>
            </a:extLst>
          </p:cNvPr>
          <p:cNvSpPr txBox="1"/>
          <p:nvPr/>
        </p:nvSpPr>
        <p:spPr>
          <a:xfrm>
            <a:off x="661756" y="1503510"/>
            <a:ext cx="2219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AFFCF6C-A806-45CF-82B2-B0422CFE6FB4}"/>
              </a:ext>
            </a:extLst>
          </p:cNvPr>
          <p:cNvSpPr txBox="1"/>
          <p:nvPr/>
        </p:nvSpPr>
        <p:spPr>
          <a:xfrm>
            <a:off x="10676023" y="1589068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B833A544-7A73-6393-FD72-AD5154D9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731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3 0 L 0.02343 0.03981 C 0.02877 0.04884 0.03671 0.05394 0.04518 0.05394 C 0.05481 0.05394 0.06237 0.04884 0.06757 0.03981 L 0.09336 0 " pathEditMode="relative" rAng="0" ptsTypes="AAAAA">
                                      <p:cBhvr>
                                        <p:cTn id="2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3" y="268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85185E-6 L -0.02656 -0.03889 C -0.03216 -0.04746 -0.04024 -0.05209 -0.0487 -0.05209 C -0.0586 -0.05209 -0.06615 -0.04746 -0.07175 -0.03889 L -0.09727 1.85185E-6 " pathEditMode="relative" rAng="0" ptsTypes="AAAAA">
                                      <p:cBhvr>
                                        <p:cTn id="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70" y="-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4.81481E-6 L 0.0987 0.00208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-9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7 0.00208 L 0.09492 0.00462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2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23" grpId="0" animBg="1"/>
      <p:bldP spid="23" grpId="1" animBg="1"/>
      <p:bldP spid="24" grpId="0" animBg="1"/>
      <p:bldP spid="24" grpId="1" animBg="1"/>
      <p:bldP spid="25" grpId="0"/>
      <p:bldP spid="26" grpId="0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117558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1834287" y="226967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2998069" y="226967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F87AFFF8-5D1E-45B6-A633-7E27A10AC409}"/>
              </a:ext>
            </a:extLst>
          </p:cNvPr>
          <p:cNvSpPr txBox="1"/>
          <p:nvPr/>
        </p:nvSpPr>
        <p:spPr>
          <a:xfrm>
            <a:off x="3491346" y="1650541"/>
            <a:ext cx="1499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 (60, 25)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3B3F4967-EBA3-40BC-8520-A312F773BF43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1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D36B1366-5D82-42F0-93A7-AC21EDB2F333}"/>
              </a:ext>
            </a:extLst>
          </p:cNvPr>
          <p:cNvSpPr txBox="1"/>
          <p:nvPr/>
        </p:nvSpPr>
        <p:spPr>
          <a:xfrm>
            <a:off x="6373092" y="1662744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25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F2A87024-7F7E-47F5-8D9A-966D447AD58D}"/>
              </a:ext>
            </a:extLst>
          </p:cNvPr>
          <p:cNvSpPr txBox="1"/>
          <p:nvPr/>
        </p:nvSpPr>
        <p:spPr>
          <a:xfrm>
            <a:off x="10757303" y="1463297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771227A0-49BE-6043-5AF5-B14112620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698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 L 0.02709 0.03981 C 0.03242 0.04884 0.04037 0.05394 0.0487 0.05394 C 0.05834 0.05394 0.06589 0.04884 0.07123 0.03981 L 0.09714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26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69 0 L -0.02396 -0.04375 C -0.0293 -0.05347 -0.03724 -0.05856 -0.04571 -0.05856 C -0.05521 -0.05856 -0.06276 -0.05347 -0.06797 -0.04375 L -0.09297 0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81481E-6 L 0.09661 0.0034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31" y="16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4.81481E-6 L 0.09545 4.81481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23" grpId="0" animBg="1"/>
      <p:bldP spid="24" grpId="0" animBg="1"/>
      <p:bldP spid="26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1279" y="2156028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2991304" y="219776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4161851" y="219776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F87AFFF8-5D1E-45B6-A633-7E27A10AC409}"/>
              </a:ext>
            </a:extLst>
          </p:cNvPr>
          <p:cNvSpPr txBox="1"/>
          <p:nvPr/>
        </p:nvSpPr>
        <p:spPr>
          <a:xfrm>
            <a:off x="3491346" y="1627760"/>
            <a:ext cx="1499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 (60, 32)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09877561-ED94-4937-B0A3-000006464796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2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0E3B23B7-3032-4BD4-BC88-CA698EA5765E}"/>
              </a:ext>
            </a:extLst>
          </p:cNvPr>
          <p:cNvSpPr txBox="1"/>
          <p:nvPr/>
        </p:nvSpPr>
        <p:spPr>
          <a:xfrm>
            <a:off x="6373092" y="1704340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32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F9F61A0-7A34-41A8-BAF8-A5DA8B4D27DF}"/>
              </a:ext>
            </a:extLst>
          </p:cNvPr>
          <p:cNvSpPr txBox="1"/>
          <p:nvPr/>
        </p:nvSpPr>
        <p:spPr>
          <a:xfrm>
            <a:off x="10706503" y="1596553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C93C270-CE90-8470-E59D-BA088211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21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0.02513 0.04005 C 0.03034 0.04907 0.03841 0.05394 0.04675 0.05394 C 0.05612 0.05394 0.0638 0.04907 0.06901 0.04005 L 0.09453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7" y="26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 L -0.02669 -0.04005 C -0.0319 -0.04907 -0.03984 -0.05394 -0.04818 -0.05394 C -0.05768 -0.05394 -0.06536 -0.04907 -0.07057 -0.04005 L -0.09596 0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53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96296E-6 L 0.09375 -0.0039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-20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96296E-6 L 0.09388 2.96296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23" grpId="0" animBg="1"/>
      <p:bldP spid="24" grpId="0" animBg="1"/>
      <p:bldP spid="26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17626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4161851" y="219174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5325633" y="219174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43B4E83C-6CB4-4B6B-A592-2E3084CCCCF3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3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22AEF4F5-3B16-49E0-8FFC-A624A8F47BDE}"/>
              </a:ext>
            </a:extLst>
          </p:cNvPr>
          <p:cNvSpPr txBox="1"/>
          <p:nvPr/>
        </p:nvSpPr>
        <p:spPr>
          <a:xfrm>
            <a:off x="6373092" y="1614897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80 &lt; 52 ? NO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5CC9F8E-2E03-4311-A702-55DA9BB818FD}"/>
              </a:ext>
            </a:extLst>
          </p:cNvPr>
          <p:cNvSpPr txBox="1"/>
          <p:nvPr/>
        </p:nvSpPr>
        <p:spPr>
          <a:xfrm>
            <a:off x="10747143" y="1551359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B2A685E-3BBB-E9F4-E109-ABD2A4C9C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592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59259E-6 L 0.09558 -2.59259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190027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4174976" y="219776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6521116" y="219776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128690C3-8F8D-4530-8363-0A0A2F7D2807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3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CCAC7714-CA4D-47C9-9161-CD38820E9B19}"/>
              </a:ext>
            </a:extLst>
          </p:cNvPr>
          <p:cNvSpPr txBox="1"/>
          <p:nvPr/>
        </p:nvSpPr>
        <p:spPr>
          <a:xfrm>
            <a:off x="6373092" y="1528401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66 &lt; 52 ? NO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BCF6EB77-2558-4651-A7A0-F7681C75C54E}"/>
              </a:ext>
            </a:extLst>
          </p:cNvPr>
          <p:cNvSpPr txBox="1"/>
          <p:nvPr/>
        </p:nvSpPr>
        <p:spPr>
          <a:xfrm>
            <a:off x="10757303" y="1572001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6337A59-5068-6B29-1C50-486C7932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689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96296E-6 L 0.09297 0.0020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4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21782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4174976" y="2265668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7644100" y="2265668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1CDC985B-AD61-4678-842A-527861A67068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3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C138FCC0-50EF-4568-9C06-804EA7DFEBF9}"/>
              </a:ext>
            </a:extLst>
          </p:cNvPr>
          <p:cNvSpPr txBox="1"/>
          <p:nvPr/>
        </p:nvSpPr>
        <p:spPr>
          <a:xfrm>
            <a:off x="3491346" y="1623461"/>
            <a:ext cx="1499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 (49, 60)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E5838952-E8ED-490B-AB1E-BC4438DB0390}"/>
              </a:ext>
            </a:extLst>
          </p:cNvPr>
          <p:cNvSpPr txBox="1"/>
          <p:nvPr/>
        </p:nvSpPr>
        <p:spPr>
          <a:xfrm>
            <a:off x="6373092" y="1623461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49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1A49281-715D-4CD5-878F-8254C2F0065A}"/>
              </a:ext>
            </a:extLst>
          </p:cNvPr>
          <p:cNvSpPr txBox="1"/>
          <p:nvPr/>
        </p:nvSpPr>
        <p:spPr>
          <a:xfrm>
            <a:off x="10676022" y="1594767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0D8E4E2B-E569-09A3-BF6B-E116EBC8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649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 L 0.07747 0.04005 C 0.09349 0.04907 0.11745 0.05394 0.14284 0.05394 C 0.17161 0.05394 0.19453 0.04907 0.21055 0.04005 L 0.28763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49" y="26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2446E-16 2.96296E-6 L -0.07682 -0.04028 C -0.09271 -0.04931 -0.1168 -0.05394 -0.1418 -0.05394 C -0.17044 -0.05394 -0.19336 -0.04931 -0.20924 -0.04028 L -0.28581 2.96296E-6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97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7.40741E-7 L 0.09609 -0.0041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05" y="-20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7.40741E-7 L 0.09427 -0.00139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14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23" grpId="0" animBg="1"/>
      <p:bldP spid="24" grpId="0" animBg="1"/>
      <p:bldP spid="28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17626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325633" y="224187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8816979" y="219174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6E903C0D-FE11-4F00-BFC6-56BF50FC4FAD}"/>
              </a:ext>
            </a:extLst>
          </p:cNvPr>
          <p:cNvSpPr txBox="1"/>
          <p:nvPr/>
        </p:nvSpPr>
        <p:spPr>
          <a:xfrm>
            <a:off x="2850391" y="1588361"/>
            <a:ext cx="1499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 (28, 80)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39C24DC3-CF73-4B09-870D-5254686CED0D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4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9AAB5F53-C0D1-4403-AEF4-D5B063AE04E8}"/>
              </a:ext>
            </a:extLst>
          </p:cNvPr>
          <p:cNvSpPr txBox="1"/>
          <p:nvPr/>
        </p:nvSpPr>
        <p:spPr>
          <a:xfrm>
            <a:off x="6373092" y="1588361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28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7A7A434D-1BF6-4C01-BAFF-F4FD4C9C5C3F}"/>
              </a:ext>
            </a:extLst>
          </p:cNvPr>
          <p:cNvSpPr txBox="1"/>
          <p:nvPr/>
        </p:nvSpPr>
        <p:spPr>
          <a:xfrm>
            <a:off x="10676022" y="1403695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959BC0E-AC80-8B1F-7734-2598A925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47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1 0 L 0.08112 0.03981 C 0.09726 0.04884 0.12135 0.05394 0.14648 0.05394 C 0.175 0.05394 0.19778 0.04884 0.21406 0.03981 L 0.29114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10" y="26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47 -1.11111E-6 L -0.07174 -0.03912 C -0.08789 -0.04792 -0.11172 -0.05255 -0.13711 -0.05255 C -0.16588 -0.05255 -0.1888 -0.04792 -0.20494 -0.03912 L -0.28164 -1.11111E-6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62" y="-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59259E-6 L 0.09688 0.0067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32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48148E-6 L 0.09571 -0.0016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9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3" grpId="0" animBg="1"/>
      <p:bldP spid="24" grpId="0" animBg="1"/>
      <p:bldP spid="26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35280" y="2145575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6489415" y="224187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9980761" y="2145575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6E903C0D-FE11-4F00-BFC6-56BF50FC4FAD}"/>
              </a:ext>
            </a:extLst>
          </p:cNvPr>
          <p:cNvSpPr txBox="1"/>
          <p:nvPr/>
        </p:nvSpPr>
        <p:spPr>
          <a:xfrm>
            <a:off x="2881746" y="1591577"/>
            <a:ext cx="1499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 (66, 3)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C94DC56C-0A84-4046-8AC0-124F2EC95B71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5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3F16AD6D-5B9C-4F46-9F86-464B6E9F107D}"/>
              </a:ext>
            </a:extLst>
          </p:cNvPr>
          <p:cNvSpPr txBox="1"/>
          <p:nvPr/>
        </p:nvSpPr>
        <p:spPr>
          <a:xfrm>
            <a:off x="6373092" y="1591577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323ECE03-A9D1-4DB4-A6F9-38598660BFAA}"/>
              </a:ext>
            </a:extLst>
          </p:cNvPr>
          <p:cNvSpPr txBox="1"/>
          <p:nvPr/>
        </p:nvSpPr>
        <p:spPr>
          <a:xfrm>
            <a:off x="9776936" y="1505323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C62AA43-4762-F71F-DD7B-887D69B81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92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3 0 L 0.08255 0.04005 C 0.09843 0.04907 0.12252 0.05394 0.14778 0.05394 C 0.1763 0.05394 0.19935 0.04907 0.21523 0.04005 L 0.29232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26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98 0 L -0.0711 -0.04005 C -0.08711 -0.04907 -0.1112 -0.05394 -0.13646 -0.05394 C -0.16511 -0.05394 -0.18803 -0.04907 -0.20404 -0.04005 L -0.28086 0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49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48148E-6 L 0.09557 0.0011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9" y="4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7 L 0.09558 -0.1236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9" y="-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23" grpId="0" animBg="1"/>
      <p:bldP spid="24" grpId="0" animBg="1"/>
      <p:bldP spid="26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54268" y="217626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7653197" y="2207232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1154268" y="1376551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C06F45E4-9455-4B53-B4FA-489F842B8CC3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6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2FCF4D8A-9162-4949-8CCC-D5E7273C91D7}"/>
              </a:ext>
            </a:extLst>
          </p:cNvPr>
          <p:cNvSpPr txBox="1"/>
          <p:nvPr/>
        </p:nvSpPr>
        <p:spPr>
          <a:xfrm>
            <a:off x="2881746" y="1665505"/>
            <a:ext cx="1499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 (60, 52)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C5DF9C1B-0617-4C02-95C4-2A1E4A809B39}"/>
              </a:ext>
            </a:extLst>
          </p:cNvPr>
          <p:cNvSpPr txBox="1"/>
          <p:nvPr/>
        </p:nvSpPr>
        <p:spPr>
          <a:xfrm>
            <a:off x="10980823" y="494808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E7006A3-5658-2EC6-442A-7D0146485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518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2 0 L -0.07175 -0.04005 C -0.08776 -0.04907 -0.11172 -0.05394 -0.13685 -0.05394 C -0.16523 -0.05394 -0.18815 -0.04907 -0.20417 -0.04005 L -0.28047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71" y="-2708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4 0 L 0.0819 0.04005 C 0.09779 0.04907 0.12175 0.05394 0.14688 0.05394 C 0.17552 0.05394 0.19844 0.04907 0.21432 0.04005 L 0.29115 0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84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28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2" y="2130275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709753" y="2171511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B28C34D6-3C15-4078-A8E9-05CE0914A53C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AFFE686B-6662-4691-BC69-A0E8BD5C5361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7325CDF1-731F-4ABC-BA0C-4596A9B53DB0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17323D7C-BD7A-406E-AA1A-7501B7E49925}"/>
              </a:ext>
            </a:extLst>
          </p:cNvPr>
          <p:cNvSpPr txBox="1"/>
          <p:nvPr/>
        </p:nvSpPr>
        <p:spPr>
          <a:xfrm>
            <a:off x="2666186" y="1595421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25 &lt; 3 ? NO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E3C9B183-1E14-475F-9244-06A59D90192E}"/>
              </a:ext>
            </a:extLst>
          </p:cNvPr>
          <p:cNvSpPr txBox="1"/>
          <p:nvPr/>
        </p:nvSpPr>
        <p:spPr>
          <a:xfrm>
            <a:off x="5509341" y="1595421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B4AEC9B9-4B8F-48FB-8A47-2F8C3CE6510A}"/>
              </a:ext>
            </a:extLst>
          </p:cNvPr>
          <p:cNvSpPr txBox="1"/>
          <p:nvPr/>
        </p:nvSpPr>
        <p:spPr>
          <a:xfrm>
            <a:off x="554182" y="1503510"/>
            <a:ext cx="2087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BB892B9-924C-726E-B880-5DF48491A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662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33333E-6 L 0.0845 0.0002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9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2" y="213469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2742292" y="2171511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B28C34D6-3C15-4078-A8E9-05CE0914A53C}"/>
              </a:ext>
            </a:extLst>
          </p:cNvPr>
          <p:cNvCxnSpPr>
            <a:cxnSpLocks/>
          </p:cNvCxnSpPr>
          <p:nvPr/>
        </p:nvCxnSpPr>
        <p:spPr>
          <a:xfrm>
            <a:off x="8487507" y="1703188"/>
            <a:ext cx="0" cy="3600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AFFE686B-6662-4691-BC69-A0E8BD5C5361}"/>
              </a:ext>
            </a:extLst>
          </p:cNvPr>
          <p:cNvCxnSpPr>
            <a:cxnSpLocks/>
          </p:cNvCxnSpPr>
          <p:nvPr/>
        </p:nvCxnSpPr>
        <p:spPr>
          <a:xfrm>
            <a:off x="6940061" y="1703188"/>
            <a:ext cx="0" cy="37628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A3CC4DFA-2579-4E9A-B6EA-4A9DACE260E6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717A108D-3936-4207-8780-FFEB6713B861}"/>
              </a:ext>
            </a:extLst>
          </p:cNvPr>
          <p:cNvSpPr txBox="1"/>
          <p:nvPr/>
        </p:nvSpPr>
        <p:spPr>
          <a:xfrm>
            <a:off x="2622379" y="1333856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32 &lt; 3 ? NO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745D39BB-CB47-4EDC-9330-42E550C925C1}"/>
              </a:ext>
            </a:extLst>
          </p:cNvPr>
          <p:cNvSpPr txBox="1"/>
          <p:nvPr/>
        </p:nvSpPr>
        <p:spPr>
          <a:xfrm>
            <a:off x="5509341" y="1333856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5" name="Cím 1">
            <a:extLst>
              <a:ext uri="{FF2B5EF4-FFF2-40B4-BE49-F238E27FC236}">
                <a16:creationId xmlns:a16="http://schemas.microsoft.com/office/drawing/2014/main" id="{36FA57CD-3C2B-0D50-6AA9-CA14F550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104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33333E-6 L 0.09545 0.0013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6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2" y="213469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3820815" y="2171511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B28C34D6-3C15-4078-A8E9-05CE0914A53C}"/>
              </a:ext>
            </a:extLst>
          </p:cNvPr>
          <p:cNvCxnSpPr>
            <a:cxnSpLocks/>
          </p:cNvCxnSpPr>
          <p:nvPr/>
        </p:nvCxnSpPr>
        <p:spPr>
          <a:xfrm>
            <a:off x="8487507" y="1333856"/>
            <a:ext cx="0" cy="409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AFFE686B-6662-4691-BC69-A0E8BD5C5361}"/>
              </a:ext>
            </a:extLst>
          </p:cNvPr>
          <p:cNvCxnSpPr>
            <a:cxnSpLocks/>
          </p:cNvCxnSpPr>
          <p:nvPr/>
        </p:nvCxnSpPr>
        <p:spPr>
          <a:xfrm>
            <a:off x="6940061" y="1333856"/>
            <a:ext cx="0" cy="409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B11D95F4-F109-4208-80A7-DF3549CBA1B8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83B59871-6826-4205-BA8B-5163F537399E}"/>
              </a:ext>
            </a:extLst>
          </p:cNvPr>
          <p:cNvSpPr txBox="1"/>
          <p:nvPr/>
        </p:nvSpPr>
        <p:spPr>
          <a:xfrm>
            <a:off x="2188707" y="1333856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49 &lt; 3 ? NO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FBF8876-8EA8-420F-9F4D-979EF05882A6}"/>
              </a:ext>
            </a:extLst>
          </p:cNvPr>
          <p:cNvSpPr txBox="1"/>
          <p:nvPr/>
        </p:nvSpPr>
        <p:spPr>
          <a:xfrm>
            <a:off x="5509341" y="1333856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86BBF521-44BE-E423-B972-4C9EBC50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591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33333E-6 L 0.08893 0.00394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40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1" y="2156028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4899339" y="2137052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3957FDEA-9BB2-4A41-9754-03613112ED02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487948D8-6531-4095-8725-608E4EDD8729}"/>
              </a:ext>
            </a:extLst>
          </p:cNvPr>
          <p:cNvSpPr txBox="1"/>
          <p:nvPr/>
        </p:nvSpPr>
        <p:spPr>
          <a:xfrm>
            <a:off x="2622379" y="1518522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28 &lt; 3 ? NO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C0CAD33-33EF-4120-B86F-EE56EDCF61C9}"/>
              </a:ext>
            </a:extLst>
          </p:cNvPr>
          <p:cNvSpPr txBox="1"/>
          <p:nvPr/>
        </p:nvSpPr>
        <p:spPr>
          <a:xfrm>
            <a:off x="4383422" y="1515272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FC6E062-9EB6-E328-DE52-3B2710D6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</a:t>
            </a:r>
            <a:r>
              <a:rPr lang="hu-HU" dirty="0" err="1"/>
              <a:t>lejátsása</a:t>
            </a:r>
            <a:r>
              <a:rPr lang="hu-HU" dirty="0"/>
              <a:t>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30A742C5-2687-ECE7-DA47-B70E5B810769}"/>
              </a:ext>
            </a:extLst>
          </p:cNvPr>
          <p:cNvCxnSpPr>
            <a:cxnSpLocks/>
          </p:cNvCxnSpPr>
          <p:nvPr/>
        </p:nvCxnSpPr>
        <p:spPr>
          <a:xfrm>
            <a:off x="8639907" y="17478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F532F492-692C-1B3C-79A9-6532B21F5038}"/>
              </a:ext>
            </a:extLst>
          </p:cNvPr>
          <p:cNvCxnSpPr>
            <a:cxnSpLocks/>
          </p:cNvCxnSpPr>
          <p:nvPr/>
        </p:nvCxnSpPr>
        <p:spPr>
          <a:xfrm>
            <a:off x="7092461" y="17478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57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7.40741E-7 L 0.09075 -0.11343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31" y="-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1" y="2149739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5977861" y="1326293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9F13B865-95A7-4294-865C-E51162E584E1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BAFB9F4-3EEC-47B3-8060-D6D64597524F}"/>
              </a:ext>
            </a:extLst>
          </p:cNvPr>
          <p:cNvSpPr txBox="1"/>
          <p:nvPr/>
        </p:nvSpPr>
        <p:spPr>
          <a:xfrm>
            <a:off x="4676447" y="1418706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3E07D54-3EBD-48CD-AA3D-2371F430CDE7}"/>
              </a:ext>
            </a:extLst>
          </p:cNvPr>
          <p:cNvSpPr txBox="1"/>
          <p:nvPr/>
        </p:nvSpPr>
        <p:spPr>
          <a:xfrm>
            <a:off x="2625969" y="1470770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(21,3)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B5EEF469-574A-468F-8AC2-6A195349CC0F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61603872-EA29-B3A1-C1D3-53D11E5ECEBC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ím 1">
            <a:extLst>
              <a:ext uri="{FF2B5EF4-FFF2-40B4-BE49-F238E27FC236}">
                <a16:creationId xmlns:a16="http://schemas.microsoft.com/office/drawing/2014/main" id="{3B014BD4-9752-BDE1-9D0F-B6ABEA36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75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0.11823 0.03981 C 0.14271 0.04884 0.17969 0.05394 0.21849 0.05394 C 0.26276 0.05394 0.29805 0.04884 0.32266 0.03981 L 0.44102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44" y="26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-0.11836 -0.04282 C -0.14297 -0.05231 -0.17995 -0.05741 -0.21862 -0.05741 C -0.26276 -0.05741 -0.29818 -0.05231 -0.32266 -0.04282 L -0.44089 0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44" y="-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8" grpId="0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91588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2326" y="2137499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1763491" y="428579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1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2032210" y="222639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3106476" y="222639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560CA91B-E462-4A5D-8290-58B945A8CF97}"/>
              </a:ext>
            </a:extLst>
          </p:cNvPr>
          <p:cNvSpPr txBox="1"/>
          <p:nvPr/>
        </p:nvSpPr>
        <p:spPr>
          <a:xfrm>
            <a:off x="3968860" y="1341531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32 &lt; 21 ? NO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BC0BF25D-5EA2-423E-8C1A-E9525A9F04A1}"/>
              </a:ext>
            </a:extLst>
          </p:cNvPr>
          <p:cNvSpPr txBox="1"/>
          <p:nvPr/>
        </p:nvSpPr>
        <p:spPr>
          <a:xfrm>
            <a:off x="5743805" y="1341531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D47693DF-837A-43F2-A468-FB6D5DF51FFC}"/>
              </a:ext>
            </a:extLst>
          </p:cNvPr>
          <p:cNvSpPr txBox="1"/>
          <p:nvPr/>
        </p:nvSpPr>
        <p:spPr>
          <a:xfrm>
            <a:off x="1763491" y="1341531"/>
            <a:ext cx="1979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x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7D27D0D9-B2DF-B830-E2D1-4D7479989B89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0610CA08-BBE9-7302-A776-71B67150AC43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E23ED8B7-90E9-D78E-376E-7945EA807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160919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A6B72784-910A-69D2-1E30-0AA3968F0890}"/>
              </a:ext>
            </a:extLst>
          </p:cNvPr>
          <p:cNvCxnSpPr>
            <a:cxnSpLocks/>
          </p:cNvCxnSpPr>
          <p:nvPr/>
        </p:nvCxnSpPr>
        <p:spPr>
          <a:xfrm>
            <a:off x="1494301" y="1747821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6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7037E-6 L 0.08776 0.000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88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4" grpId="1" animBg="1"/>
      <p:bldP spid="28" grpId="0"/>
      <p:bldP spid="20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91588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03591" y="2162204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2040945" y="2189690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4122268" y="2189690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CFD32A51-6B3E-4804-AC82-61BA018FB6CA}"/>
              </a:ext>
            </a:extLst>
          </p:cNvPr>
          <p:cNvSpPr txBox="1"/>
          <p:nvPr/>
        </p:nvSpPr>
        <p:spPr>
          <a:xfrm>
            <a:off x="1763491" y="428579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1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22CCA028-9747-4EB4-B916-AEA0CE26F4DA}"/>
              </a:ext>
            </a:extLst>
          </p:cNvPr>
          <p:cNvSpPr txBox="1"/>
          <p:nvPr/>
        </p:nvSpPr>
        <p:spPr>
          <a:xfrm>
            <a:off x="2960916" y="1425869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49 &lt; 21 ? NO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ABD5999E-0B7C-40F8-87FD-77C66FEC2334}"/>
              </a:ext>
            </a:extLst>
          </p:cNvPr>
          <p:cNvSpPr txBox="1"/>
          <p:nvPr/>
        </p:nvSpPr>
        <p:spPr>
          <a:xfrm>
            <a:off x="5735070" y="1535521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B043A6D0-BEE6-1B52-DC7D-D494ED3A0866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E44D7C83-1206-BB53-74D3-59A9692E15A6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A7E4CF9A-91E2-3BA4-EA55-A94D548B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B2C4709D-CB08-C753-F596-B264348D663F}"/>
              </a:ext>
            </a:extLst>
          </p:cNvPr>
          <p:cNvCxnSpPr>
            <a:cxnSpLocks/>
          </p:cNvCxnSpPr>
          <p:nvPr/>
        </p:nvCxnSpPr>
        <p:spPr>
          <a:xfrm>
            <a:off x="1494301" y="1747821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93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7037E-7 L 0.08554 0.0013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/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91588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2326" y="2168255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2006747" y="2183738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5167298" y="2183738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9292D545-2EBE-4C6A-90B7-FB5C4CB7062F}"/>
              </a:ext>
            </a:extLst>
          </p:cNvPr>
          <p:cNvSpPr txBox="1"/>
          <p:nvPr/>
        </p:nvSpPr>
        <p:spPr>
          <a:xfrm>
            <a:off x="1763491" y="428579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1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32E75F1C-BC38-41E4-B83A-8158D37030AF}"/>
              </a:ext>
            </a:extLst>
          </p:cNvPr>
          <p:cNvSpPr txBox="1"/>
          <p:nvPr/>
        </p:nvSpPr>
        <p:spPr>
          <a:xfrm>
            <a:off x="2954312" y="1539343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49 &lt; 21 ? NO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2638790D-5E4B-4C8C-B7DD-DEF91B45821F}"/>
              </a:ext>
            </a:extLst>
          </p:cNvPr>
          <p:cNvSpPr txBox="1"/>
          <p:nvPr/>
        </p:nvSpPr>
        <p:spPr>
          <a:xfrm>
            <a:off x="4736669" y="1562861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572841B7-2884-B531-DA6E-AE837A0B10DD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71AC2EE5-4D8F-7D0F-2BDD-8FC0940021D2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4BD8BEB1-36C2-A7B9-6313-56E55B0F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9A95D271-947C-4489-E9FB-803F22FAE83E}"/>
              </a:ext>
            </a:extLst>
          </p:cNvPr>
          <p:cNvCxnSpPr>
            <a:cxnSpLocks/>
          </p:cNvCxnSpPr>
          <p:nvPr/>
        </p:nvCxnSpPr>
        <p:spPr>
          <a:xfrm>
            <a:off x="1494301" y="1747821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56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81481E-6 L 0.09584 -0.11737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-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91588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3200" y="213469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2037742" y="2251542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6213200" y="1347748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1B289162-D9BE-4BF0-945C-FD232D41D3A2}"/>
              </a:ext>
            </a:extLst>
          </p:cNvPr>
          <p:cNvSpPr txBox="1"/>
          <p:nvPr/>
        </p:nvSpPr>
        <p:spPr>
          <a:xfrm>
            <a:off x="1763491" y="428579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1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29A345DF-4BC1-4C17-912B-FAD2E7DFD941}"/>
              </a:ext>
            </a:extLst>
          </p:cNvPr>
          <p:cNvSpPr txBox="1"/>
          <p:nvPr/>
        </p:nvSpPr>
        <p:spPr>
          <a:xfrm>
            <a:off x="4836876" y="1585902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915C5F8B-78A9-4901-9CCE-376A9875C5F6}"/>
              </a:ext>
            </a:extLst>
          </p:cNvPr>
          <p:cNvSpPr txBox="1"/>
          <p:nvPr/>
        </p:nvSpPr>
        <p:spPr>
          <a:xfrm>
            <a:off x="2960916" y="1585902"/>
            <a:ext cx="1504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 (25,21)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4AE1FC24-352A-8ACE-D66F-B19A78E064BD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02744065-AA12-1FCA-C4E4-98D76BEBB01A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ím 1">
            <a:extLst>
              <a:ext uri="{FF2B5EF4-FFF2-40B4-BE49-F238E27FC236}">
                <a16:creationId xmlns:a16="http://schemas.microsoft.com/office/drawing/2014/main" id="{0685CB6C-595B-1842-136E-EB24B802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892" y="52085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728EC54D-AAB9-C077-687E-236916F153FA}"/>
              </a:ext>
            </a:extLst>
          </p:cNvPr>
          <p:cNvCxnSpPr>
            <a:cxnSpLocks/>
          </p:cNvCxnSpPr>
          <p:nvPr/>
        </p:nvCxnSpPr>
        <p:spPr>
          <a:xfrm>
            <a:off x="1494301" y="1747821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089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0.09193 0.03981 C 0.1112 0.04884 0.13998 0.05394 0.17018 0.05394 C 0.20456 0.05394 0.2319 0.04884 0.25117 0.03981 L 0.34336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61" y="26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 L -0.09193 -0.04167 C -0.11107 -0.05116 -0.13984 -0.05602 -0.17005 -0.05602 C -0.2043 -0.05602 -0.23164 -0.05116 -0.25091 -0.04167 L -0.34258 0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35" y="-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9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48045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2327" y="213469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2960916" y="422946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2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3077239" y="219776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4129622" y="219776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A0202D2E-5772-4484-B506-955600475B4F}"/>
              </a:ext>
            </a:extLst>
          </p:cNvPr>
          <p:cNvSpPr txBox="1"/>
          <p:nvPr/>
        </p:nvSpPr>
        <p:spPr>
          <a:xfrm>
            <a:off x="4357900" y="1461436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49 &lt; 25 ? NO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72B6AB0E-8330-4541-A798-B19EB3D255A3}"/>
              </a:ext>
            </a:extLst>
          </p:cNvPr>
          <p:cNvSpPr txBox="1"/>
          <p:nvPr/>
        </p:nvSpPr>
        <p:spPr>
          <a:xfrm>
            <a:off x="5742794" y="1488997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9737AA75-53E4-41D6-9D4A-9731F860C041}"/>
              </a:ext>
            </a:extLst>
          </p:cNvPr>
          <p:cNvSpPr txBox="1"/>
          <p:nvPr/>
        </p:nvSpPr>
        <p:spPr>
          <a:xfrm>
            <a:off x="2395965" y="1469992"/>
            <a:ext cx="234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C74EA0A0-4D43-DE32-7DB3-C915CA45D18A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9E8D5294-337F-6B57-5301-537E0CEB6662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EF793041-D91F-E2AC-E9CF-D0CB23CD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59" y="-18414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E7C72CD5-0B22-2552-7B79-BF2A98A31D85}"/>
              </a:ext>
            </a:extLst>
          </p:cNvPr>
          <p:cNvCxnSpPr>
            <a:cxnSpLocks/>
          </p:cNvCxnSpPr>
          <p:nvPr/>
        </p:nvCxnSpPr>
        <p:spPr>
          <a:xfrm>
            <a:off x="2439181" y="1646102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83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0.08515 0.0002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4" grpId="1" animBg="1"/>
      <p:bldP spid="28" grpId="0"/>
      <p:bldP spid="20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48045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2326" y="2137499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3077240" y="213749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5167297" y="2150174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2862985E-69DA-4863-B116-5885E30BEBF7}"/>
              </a:ext>
            </a:extLst>
          </p:cNvPr>
          <p:cNvSpPr txBox="1"/>
          <p:nvPr/>
        </p:nvSpPr>
        <p:spPr>
          <a:xfrm>
            <a:off x="2960916" y="422946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2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9430B696-FF9C-427A-897A-3A6F3C8C89B3}"/>
              </a:ext>
            </a:extLst>
          </p:cNvPr>
          <p:cNvSpPr txBox="1"/>
          <p:nvPr/>
        </p:nvSpPr>
        <p:spPr>
          <a:xfrm>
            <a:off x="3454193" y="1431025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28 &lt; 25 ? NO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D70622C9-E2E1-4262-A3A0-A70263F500E8}"/>
              </a:ext>
            </a:extLst>
          </p:cNvPr>
          <p:cNvSpPr txBox="1"/>
          <p:nvPr/>
        </p:nvSpPr>
        <p:spPr>
          <a:xfrm>
            <a:off x="4898332" y="1450022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010A9794-9F10-A53A-495E-518D2181E839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3B8F0C2F-1D5A-3778-407E-A8BF569CDD72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B0753E89-8772-E2D9-1876-BFD8DF46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59" y="-18414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18E7B5C7-909E-31E5-F102-918D2A1A7B81}"/>
              </a:ext>
            </a:extLst>
          </p:cNvPr>
          <p:cNvCxnSpPr>
            <a:cxnSpLocks/>
          </p:cNvCxnSpPr>
          <p:nvPr/>
        </p:nvCxnSpPr>
        <p:spPr>
          <a:xfrm>
            <a:off x="2439181" y="1646102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89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59259E-6 L 0.08815 -0.12754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1" y="-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48045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2327" y="2061007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3077239" y="2083084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6212327" y="1274183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5637984B-51AB-468E-8CB2-016C24B38876}"/>
              </a:ext>
            </a:extLst>
          </p:cNvPr>
          <p:cNvSpPr txBox="1"/>
          <p:nvPr/>
        </p:nvSpPr>
        <p:spPr>
          <a:xfrm>
            <a:off x="2960916" y="422946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2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5FBBE55F-9DFD-4E2F-9379-93658B002FC6}"/>
              </a:ext>
            </a:extLst>
          </p:cNvPr>
          <p:cNvSpPr txBox="1"/>
          <p:nvPr/>
        </p:nvSpPr>
        <p:spPr>
          <a:xfrm>
            <a:off x="4667561" y="1274183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0B0930C-2D8C-44E7-90B7-D921A599CFCD}"/>
              </a:ext>
            </a:extLst>
          </p:cNvPr>
          <p:cNvSpPr txBox="1"/>
          <p:nvPr/>
        </p:nvSpPr>
        <p:spPr>
          <a:xfrm>
            <a:off x="2960920" y="1233994"/>
            <a:ext cx="1475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(32,25)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1F4689E5-70F1-9FF6-4E5B-C1184645DFB5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334B035F-EAD5-14EC-5A0B-12646B163E14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ím 1">
            <a:extLst>
              <a:ext uri="{FF2B5EF4-FFF2-40B4-BE49-F238E27FC236}">
                <a16:creationId xmlns:a16="http://schemas.microsoft.com/office/drawing/2014/main" id="{043F478B-B3FC-035F-FA47-99CE1DD3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59" y="-18414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3931133-CAD5-D55C-2F03-8C70DAE0F20F}"/>
              </a:ext>
            </a:extLst>
          </p:cNvPr>
          <p:cNvCxnSpPr>
            <a:cxnSpLocks/>
          </p:cNvCxnSpPr>
          <p:nvPr/>
        </p:nvCxnSpPr>
        <p:spPr>
          <a:xfrm>
            <a:off x="2439181" y="1646102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44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 L 0.06875 0.04005 C 0.08307 0.04907 0.10469 0.05394 0.12734 0.05394 C 0.15299 0.05394 0.1737 0.04907 0.18802 0.04005 L 0.25703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52" y="26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914 -0.04005 C -0.08346 -0.04907 -0.10495 -0.05394 -0.1276 -0.05394 C -0.15339 -0.05394 -0.17396 -0.04907 -0.18828 -0.04005 L -0.25729 0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65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9" grpId="0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525487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48045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2326" y="2224737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3938412" y="4394082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3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4117685" y="2224737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5169715" y="2224737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79B7C95D-0331-4CEC-AA60-07E804E15B15}"/>
              </a:ext>
            </a:extLst>
          </p:cNvPr>
          <p:cNvSpPr txBox="1"/>
          <p:nvPr/>
        </p:nvSpPr>
        <p:spPr>
          <a:xfrm>
            <a:off x="4676349" y="1671293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28 &lt; 32 ? YES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4D0943F3-BA00-4C11-B6F6-B9AB55788644}"/>
              </a:ext>
            </a:extLst>
          </p:cNvPr>
          <p:cNvSpPr txBox="1"/>
          <p:nvPr/>
        </p:nvSpPr>
        <p:spPr>
          <a:xfrm>
            <a:off x="6872067" y="1469350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143FE279-50D3-4758-8FAD-F30CABD9588F}"/>
              </a:ext>
            </a:extLst>
          </p:cNvPr>
          <p:cNvSpPr txBox="1"/>
          <p:nvPr/>
        </p:nvSpPr>
        <p:spPr>
          <a:xfrm>
            <a:off x="3625674" y="1354323"/>
            <a:ext cx="231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A87E0864-C1CD-4A17-BD4A-E0FF57E96A58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4D099231-F835-A01D-110D-38BFA5A40FB6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E9219080-9B07-2496-BB62-5C2DFBD9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59" y="-18414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4124BE0D-B912-802C-7620-3624C903E9E9}"/>
              </a:ext>
            </a:extLst>
          </p:cNvPr>
          <p:cNvCxnSpPr>
            <a:cxnSpLocks/>
          </p:cNvCxnSpPr>
          <p:nvPr/>
        </p:nvCxnSpPr>
        <p:spPr>
          <a:xfrm>
            <a:off x="3495821" y="1646102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95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 L 0.02448 0.04005 C 0.02917 0.04907 0.03633 0.05394 0.04388 0.05394 C 0.05261 0.05394 0.05951 0.04907 0.0642 0.04005 L 0.08763 0 " pathEditMode="relative" rAng="0" ptsTypes="AAAAA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7" y="268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1386E-17 0 L -0.02279 -0.04005 C -0.0276 -0.04907 -0.03451 -0.05394 -0.04206 -0.05394 C -0.05052 -0.05394 -0.05716 -0.04907 -0.06198 -0.04005 L -0.08424 0 " pathEditMode="relative" rAng="0" ptsTypes="AAAAA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19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500"/>
                            </p:stCondLst>
                            <p:childTnLst>
                              <p:par>
                                <p:cTn id="28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22222E-6 L 0.09349 0.0034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74" y="16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22222E-6 L 0.09336 -0.1162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-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23" grpId="0" animBg="1"/>
      <p:bldP spid="23" grpId="1" animBg="1"/>
      <p:bldP spid="24" grpId="0" animBg="1"/>
      <p:bldP spid="24" grpId="1" animBg="1"/>
      <p:bldP spid="28" grpId="0"/>
      <p:bldP spid="20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525487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48045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2326" y="2179882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167297" y="2197768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6212325" y="1338203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2DD16673-BB9E-4966-8B23-C521D68F7B4E}"/>
              </a:ext>
            </a:extLst>
          </p:cNvPr>
          <p:cNvSpPr txBox="1"/>
          <p:nvPr/>
        </p:nvSpPr>
        <p:spPr>
          <a:xfrm>
            <a:off x="3938412" y="4394082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4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EA27C65-604F-4A9B-BFE6-7FCFEABFA12F}"/>
              </a:ext>
            </a:extLst>
          </p:cNvPr>
          <p:cNvSpPr txBox="1"/>
          <p:nvPr/>
        </p:nvSpPr>
        <p:spPr>
          <a:xfrm>
            <a:off x="7083449" y="1627157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7BC034FF-3011-4A84-9914-6EB8C82168FF}"/>
              </a:ext>
            </a:extLst>
          </p:cNvPr>
          <p:cNvSpPr txBox="1"/>
          <p:nvPr/>
        </p:nvSpPr>
        <p:spPr>
          <a:xfrm>
            <a:off x="3901620" y="1627157"/>
            <a:ext cx="1427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(49,32)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8ED6196E-E63B-2F59-CEB1-AD14E7E94952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F8CD7BA4-12B2-9427-4807-EC2DEBEBEA14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ím 1">
            <a:extLst>
              <a:ext uri="{FF2B5EF4-FFF2-40B4-BE49-F238E27FC236}">
                <a16:creationId xmlns:a16="http://schemas.microsoft.com/office/drawing/2014/main" id="{0126E0CE-02BB-3C82-E515-6FD3F444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59" y="-18414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80B8C42D-F457-457D-C1DC-40695BFB484A}"/>
              </a:ext>
            </a:extLst>
          </p:cNvPr>
          <p:cNvCxnSpPr>
            <a:cxnSpLocks/>
          </p:cNvCxnSpPr>
          <p:nvPr/>
        </p:nvCxnSpPr>
        <p:spPr>
          <a:xfrm>
            <a:off x="3495821" y="1646102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65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44444E-6 L 0.02279 0.0405 C 0.02761 0.04953 0.03477 0.05463 0.04232 0.05463 C 0.05091 0.05463 0.05782 0.04953 0.06263 0.0405 L 0.08568 4.44444E-6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4" y="2731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-0.02331 -0.0426 C -0.02812 -0.05232 -0.03542 -0.05718 -0.0431 -0.05718 C -0.05156 -0.05718 -0.05859 -0.05232 -0.06341 -0.0426 L -0.08646 4.44444E-6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23" y="-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9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2014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733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2202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362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51054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371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210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4770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381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848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A471D9B6-AE09-5904-0E0E-F566DA648E2B}"/>
              </a:ext>
            </a:extLst>
          </p:cNvPr>
          <p:cNvCxnSpPr>
            <a:cxnSpLocks/>
          </p:cNvCxnSpPr>
          <p:nvPr/>
        </p:nvCxnSpPr>
        <p:spPr>
          <a:xfrm>
            <a:off x="891422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5A41D463-00AA-9C30-2FC4-87D1CB58DEDB}"/>
              </a:ext>
            </a:extLst>
          </p:cNvPr>
          <p:cNvCxnSpPr>
            <a:cxnSpLocks/>
          </p:cNvCxnSpPr>
          <p:nvPr/>
        </p:nvCxnSpPr>
        <p:spPr>
          <a:xfrm>
            <a:off x="611710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ím 1">
            <a:extLst>
              <a:ext uri="{FF2B5EF4-FFF2-40B4-BE49-F238E27FC236}">
                <a16:creationId xmlns:a16="http://schemas.microsoft.com/office/drawing/2014/main" id="{4777E213-1124-70F4-40EC-D14615993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59" y="-18414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0AC21684-8DF1-809C-A2C9-4850D95AC01E}"/>
              </a:ext>
            </a:extLst>
          </p:cNvPr>
          <p:cNvCxnSpPr>
            <a:cxnSpLocks/>
          </p:cNvCxnSpPr>
          <p:nvPr/>
        </p:nvCxnSpPr>
        <p:spPr>
          <a:xfrm>
            <a:off x="3495821" y="1646102"/>
            <a:ext cx="0" cy="35964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E721129B-15D7-4872-5CB7-ED8A223EE077}"/>
              </a:ext>
            </a:extLst>
          </p:cNvPr>
          <p:cNvCxnSpPr>
            <a:cxnSpLocks/>
          </p:cNvCxnSpPr>
          <p:nvPr/>
        </p:nvCxnSpPr>
        <p:spPr>
          <a:xfrm>
            <a:off x="7441027" y="151414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E542F30B-5193-9BE8-6250-C20D5212C20C}"/>
              </a:ext>
            </a:extLst>
          </p:cNvPr>
          <p:cNvCxnSpPr>
            <a:cxnSpLocks/>
          </p:cNvCxnSpPr>
          <p:nvPr/>
        </p:nvCxnSpPr>
        <p:spPr>
          <a:xfrm>
            <a:off x="4718147" y="161574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64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0744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8608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8392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743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9784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625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956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096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08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213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90723" y="2103477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8839200" y="440091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7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8955523" y="2111218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0073123" y="2103477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152D5D10-6A96-4A27-845E-5868E65B5DE1}"/>
              </a:ext>
            </a:extLst>
          </p:cNvPr>
          <p:cNvSpPr txBox="1"/>
          <p:nvPr/>
        </p:nvSpPr>
        <p:spPr>
          <a:xfrm>
            <a:off x="8955523" y="680095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66 &lt; 60 ? NO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274C97B6-2929-4490-BAAE-F38BBBAE369C}"/>
              </a:ext>
            </a:extLst>
          </p:cNvPr>
          <p:cNvSpPr txBox="1"/>
          <p:nvPr/>
        </p:nvSpPr>
        <p:spPr>
          <a:xfrm>
            <a:off x="10722202" y="827078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C0A2708F-C38B-4010-B1E9-B2E8BF87A54D}"/>
              </a:ext>
            </a:extLst>
          </p:cNvPr>
          <p:cNvSpPr txBox="1"/>
          <p:nvPr/>
        </p:nvSpPr>
        <p:spPr>
          <a:xfrm>
            <a:off x="8458929" y="1207120"/>
            <a:ext cx="2107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9875BCE-C2EE-21C8-B99D-BB9FF630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70"/>
            <a:ext cx="8214869" cy="2211110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C6036B24-3ED2-842B-2217-F86F46E94997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42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7 L 0.09362 -0.1275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74" y="-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4" grpId="1" animBg="1"/>
      <p:bldP spid="25" grpId="0"/>
      <p:bldP spid="18" grpId="0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0744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8608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8392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743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9784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625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956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096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08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213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90723" y="2103477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8955523" y="2111218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1190722" y="1230584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EF6ED2A6-1A81-4168-A712-1F68BCDD6C9E}"/>
              </a:ext>
            </a:extLst>
          </p:cNvPr>
          <p:cNvSpPr txBox="1"/>
          <p:nvPr/>
        </p:nvSpPr>
        <p:spPr>
          <a:xfrm>
            <a:off x="8839200" y="440091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7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94F70F9-5415-4F93-9C72-2F0FB1E154B9}"/>
              </a:ext>
            </a:extLst>
          </p:cNvPr>
          <p:cNvSpPr txBox="1"/>
          <p:nvPr/>
        </p:nvSpPr>
        <p:spPr>
          <a:xfrm>
            <a:off x="10722201" y="494427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8369912-812D-46FE-9832-D2EC5A2E8AC8}"/>
              </a:ext>
            </a:extLst>
          </p:cNvPr>
          <p:cNvSpPr txBox="1"/>
          <p:nvPr/>
        </p:nvSpPr>
        <p:spPr>
          <a:xfrm>
            <a:off x="8839200" y="385011"/>
            <a:ext cx="147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Swap</a:t>
            </a:r>
            <a:r>
              <a:rPr lang="hu-HU" dirty="0"/>
              <a:t>(89,60)</a:t>
            </a:r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C3CD7AA-D8D0-A019-06CF-D7F4D7AAB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70"/>
            <a:ext cx="8214869" cy="2211110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AE9502D9-4E26-F39A-5F8D-BA93D299A296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68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 L 0.04922 0.04005 C 0.05951 0.04907 0.07487 0.05394 0.09115 0.05394 C 0.10951 0.05394 0.12422 0.04907 0.13451 0.04005 L 0.18385 0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93" y="268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 L -0.0487 -0.04005 C -0.05885 -0.04907 -0.07422 -0.05394 -0.09036 -0.05394 C -0.10872 -0.05394 -0.12343 -0.04907 -0.13359 -0.04005 L -0.18268 0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67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7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8331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8608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110744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743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9784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625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956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096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08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213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90723" y="211073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9956800" y="447711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8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10073123" y="212621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A68CADD-FF93-46F6-A3CC-078687179011}"/>
              </a:ext>
            </a:extLst>
          </p:cNvPr>
          <p:cNvSpPr txBox="1"/>
          <p:nvPr/>
        </p:nvSpPr>
        <p:spPr>
          <a:xfrm>
            <a:off x="9804400" y="707205"/>
            <a:ext cx="213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9257C1A-A76D-7EFF-587A-47285816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70"/>
            <a:ext cx="9412065" cy="2211110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243B647F-07FA-FD21-E1C9-94AF1A0CB1C9}"/>
              </a:ext>
            </a:extLst>
          </p:cNvPr>
          <p:cNvCxnSpPr>
            <a:cxnSpLocks/>
          </p:cNvCxnSpPr>
          <p:nvPr/>
        </p:nvCxnSpPr>
        <p:spPr>
          <a:xfrm>
            <a:off x="9412067" y="151414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7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0.09036 -0.1275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8" y="-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8331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8608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110744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743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9784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625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956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096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08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213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90723" y="211073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11190723" y="1246517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5AC8A017-24DA-419F-8FCB-CEEA77A7D138}"/>
              </a:ext>
            </a:extLst>
          </p:cNvPr>
          <p:cNvSpPr txBox="1"/>
          <p:nvPr/>
        </p:nvSpPr>
        <p:spPr>
          <a:xfrm>
            <a:off x="9956800" y="447711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9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8D084762-378F-42BA-9EF3-6D31017E58FB}"/>
              </a:ext>
            </a:extLst>
          </p:cNvPr>
          <p:cNvSpPr txBox="1"/>
          <p:nvPr/>
        </p:nvSpPr>
        <p:spPr>
          <a:xfrm>
            <a:off x="9956800" y="310579"/>
            <a:ext cx="197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 i &lt; r Nem</a:t>
            </a:r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7A4FC086-EE27-6197-4A8C-BD0B3C71F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70"/>
            <a:ext cx="9544145" cy="2211110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EBD2C55D-3242-16E2-528A-3D30B5930447}"/>
              </a:ext>
            </a:extLst>
          </p:cNvPr>
          <p:cNvCxnSpPr>
            <a:cxnSpLocks/>
          </p:cNvCxnSpPr>
          <p:nvPr/>
        </p:nvCxnSpPr>
        <p:spPr>
          <a:xfrm>
            <a:off x="9544147" y="1561495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5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80185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566030" y="2991853"/>
            <a:ext cx="609600" cy="8742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69400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9666274" y="1151950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9682353" y="2039003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7675D1C6-A035-5354-09EA-1A6C6A3CA2D3}"/>
              </a:ext>
            </a:extLst>
          </p:cNvPr>
          <p:cNvCxnSpPr>
            <a:cxnSpLocks/>
          </p:cNvCxnSpPr>
          <p:nvPr/>
        </p:nvCxnSpPr>
        <p:spPr>
          <a:xfrm>
            <a:off x="9158067" y="1605430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431D4B80-AE7B-E4A9-CC04-F6D73A2569F8}"/>
              </a:ext>
            </a:extLst>
          </p:cNvPr>
          <p:cNvCxnSpPr>
            <a:cxnSpLocks/>
          </p:cNvCxnSpPr>
          <p:nvPr/>
        </p:nvCxnSpPr>
        <p:spPr>
          <a:xfrm>
            <a:off x="10763347" y="1524150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ím 1">
            <a:extLst>
              <a:ext uri="{FF2B5EF4-FFF2-40B4-BE49-F238E27FC236}">
                <a16:creationId xmlns:a16="http://schemas.microsoft.com/office/drawing/2014/main" id="{1D0BC9D8-6759-FD0F-FA9C-B05188854BCE}"/>
              </a:ext>
            </a:extLst>
          </p:cNvPr>
          <p:cNvSpPr txBox="1">
            <a:spLocks/>
          </p:cNvSpPr>
          <p:nvPr/>
        </p:nvSpPr>
        <p:spPr>
          <a:xfrm>
            <a:off x="847258" y="-143921"/>
            <a:ext cx="10875818" cy="14304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/>
              <a:t>A gyorsrendezés lejátszása:*</a:t>
            </a:r>
            <a:br>
              <a:rPr lang="hu-HU"/>
            </a:br>
            <a:r>
              <a:rPr lang="hu-HU" sz="2200">
                <a:solidFill>
                  <a:srgbClr val="2D3B45"/>
                </a:solidFill>
                <a:latin typeface="+mn-lt"/>
              </a:rPr>
              <a:t>a particionálás minden esetben az aktuális résztömb </a:t>
            </a:r>
            <a:r>
              <a:rPr lang="hu-HU" sz="2200" b="1">
                <a:solidFill>
                  <a:srgbClr val="2D3B45"/>
                </a:solidFill>
                <a:latin typeface="+mn-lt"/>
              </a:rPr>
              <a:t>utolsó</a:t>
            </a:r>
            <a:r>
              <a:rPr lang="hu-HU" sz="2200">
                <a:solidFill>
                  <a:srgbClr val="2D3B45"/>
                </a:solidFill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428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2000"/>
    </mc:Choice>
    <mc:Fallback xmlns="">
      <p:transition advClick="0" advTm="2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25782E70-C342-109F-9730-65D3E6A0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575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AF5C6E-D99B-095F-A588-4EF1C26CE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479" y="765809"/>
            <a:ext cx="10018713" cy="585471"/>
          </a:xfrm>
        </p:spPr>
        <p:txBody>
          <a:bodyPr>
            <a:noAutofit/>
          </a:bodyPr>
          <a:lstStyle/>
          <a:p>
            <a:r>
              <a:rPr lang="hu-HU" b="0" i="0" u="none" strike="noStrike" baseline="0" dirty="0"/>
              <a:t>Vegyes </a:t>
            </a:r>
            <a:r>
              <a:rPr lang="fr-FR" dirty="0"/>
              <a:t>gyorsrendezés</a:t>
            </a:r>
            <a:endParaRPr lang="hu-H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1B427D1-FE04-C669-6F5B-6A512A4496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1479" y="1635760"/>
                <a:ext cx="10536042" cy="4893311"/>
              </a:xfrm>
            </p:spPr>
            <p:txBody>
              <a:bodyPr anchor="t">
                <a:noAutofit/>
              </a:bodyPr>
              <a:lstStyle/>
              <a:p>
                <a:r>
                  <a:rPr lang="hu-HU" sz="2800" b="0" i="0" u="none" strike="noStrike" baseline="0" dirty="0"/>
                  <a:t>Kis elemszámnál (</a:t>
                </a:r>
                <a:r>
                  <a:rPr lang="hu-HU" sz="2800" b="0" i="0" u="none" strike="noStrike" baseline="0" dirty="0" err="1"/>
                  <a:t>max</a:t>
                </a:r>
                <a:r>
                  <a:rPr lang="hu-HU" sz="2800" b="0" i="0" u="none" strike="noStrike" baseline="0" dirty="0"/>
                  <a:t>. néhányszor tíz rendezendő elem):</a:t>
                </a:r>
              </a:p>
              <a:p>
                <a:pPr lvl="1"/>
                <a:r>
                  <a:rPr lang="hu-HU" sz="2400" b="0" i="0" u="none" strike="noStrike" baseline="0" dirty="0"/>
                  <a:t>a beszúró rendezés hatékonyabb a gyors rendezéseknél </a:t>
                </a:r>
                <a:br>
                  <a:rPr lang="hu-HU" sz="2400" b="0" i="0" u="none" strike="noStrike" baseline="0" dirty="0"/>
                </a:br>
                <a:r>
                  <a:rPr lang="hu-HU" sz="2400" b="0" i="0" u="none" strike="noStrike" baseline="0" dirty="0"/>
                  <a:t>(</a:t>
                </a:r>
                <a:r>
                  <a:rPr lang="hu-HU" sz="2400" b="0" i="0" u="none" strike="noStrike" baseline="0" dirty="0" err="1"/>
                  <a:t>merge</a:t>
                </a:r>
                <a:r>
                  <a:rPr lang="hu-HU" sz="2400" b="0" i="0" u="none" strike="noStrike" baseline="0" dirty="0"/>
                  <a:t> sort, </a:t>
                </a:r>
                <a:r>
                  <a:rPr lang="hu-HU" sz="2400" b="0" i="0" u="none" strike="noStrike" baseline="0" dirty="0" err="1"/>
                  <a:t>heap</a:t>
                </a:r>
                <a:r>
                  <a:rPr lang="hu-HU" sz="2400" b="0" i="0" u="none" strike="noStrike" baseline="0" dirty="0"/>
                  <a:t> sort, </a:t>
                </a:r>
                <a:r>
                  <a:rPr lang="hu-HU" sz="2400" b="0" i="0" u="none" strike="noStrike" baseline="0" dirty="0" err="1"/>
                  <a:t>quicksort</a:t>
                </a:r>
                <a:r>
                  <a:rPr lang="hu-HU" sz="2400" b="0" i="0" u="none" strike="noStrike" baseline="0" dirty="0"/>
                  <a:t>)</a:t>
                </a:r>
                <a:endParaRPr lang="hu-HU" sz="3200" b="0" i="0" u="none" strike="noStrike" baseline="0" dirty="0"/>
              </a:p>
              <a:p>
                <a:pPr algn="l">
                  <a:buFont typeface="Wingdings" panose="05000000000000000000" pitchFamily="2" charset="2"/>
                  <a:buChar char="Ø"/>
                </a:pPr>
                <a:r>
                  <a:rPr lang="hu-HU" sz="2800" b="0" i="0" u="none" strike="noStrike" baseline="0" dirty="0"/>
                  <a:t>Quicksort(</a:t>
                </a:r>
                <a:r>
                  <a:rPr lang="hu-HU" sz="2800" b="0" i="1" u="none" strike="noStrike" baseline="0" dirty="0"/>
                  <a:t>A</a:t>
                </a:r>
                <a:r>
                  <a:rPr lang="hu-HU" sz="2800" b="0" i="0" u="none" strike="noStrike" baseline="0" dirty="0"/>
                  <a:t>, </a:t>
                </a:r>
                <a:r>
                  <a:rPr lang="hu-HU" sz="2800" b="0" i="1" u="none" strike="noStrike" baseline="0" dirty="0"/>
                  <a:t>p</a:t>
                </a:r>
                <a:r>
                  <a:rPr lang="hu-HU" sz="2800" b="0" i="0" u="none" strike="noStrike" baseline="0" dirty="0"/>
                  <a:t>, </a:t>
                </a:r>
                <a:r>
                  <a:rPr lang="hu-HU" sz="2800" b="0" i="1" u="none" strike="noStrike" baseline="0" dirty="0"/>
                  <a:t>r</a:t>
                </a:r>
                <a:r>
                  <a:rPr lang="hu-HU" sz="2800" b="0" i="0" u="none" strike="noStrike" baseline="0" dirty="0"/>
                  <a:t>) eljárás jelentős gyorsítása:</a:t>
                </a:r>
              </a:p>
              <a:p>
                <a:pPr lvl="1"/>
                <a:r>
                  <a:rPr lang="hu-HU" b="0" i="0" u="none" strike="noStrike" baseline="0" dirty="0"/>
                  <a:t>kis méretű résztömböknél áttérünk a beszúró rendezésre</a:t>
                </a:r>
              </a:p>
              <a:p>
                <a:pPr lvl="1"/>
                <a:r>
                  <a:rPr lang="hu-HU" b="0" i="1" u="none" strike="noStrike" baseline="0" dirty="0"/>
                  <a:t>k</a:t>
                </a:r>
                <a:r>
                  <a:rPr lang="hu-HU" b="0" i="0" u="none" strike="noStrike" baseline="0" dirty="0"/>
                  <a:t> ∈ </a:t>
                </a:r>
                <a14:m>
                  <m:oMath xmlns:m="http://schemas.openxmlformats.org/officeDocument/2006/math">
                    <m:r>
                      <a:rPr lang="hu-HU" i="1" smtClean="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b="0" i="0" u="none" strike="noStrike" baseline="0" dirty="0"/>
                  <a:t> (20 és 40 között)</a:t>
                </a:r>
              </a:p>
              <a:p>
                <a:pPr marL="0" indent="0">
                  <a:buNone/>
                </a:pPr>
                <a:endParaRPr lang="hu-HU" b="0" i="0" u="none" strike="noStrike" baseline="0" dirty="0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1B427D1-FE04-C669-6F5B-6A512A4496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1479" y="1635760"/>
                <a:ext cx="10536042" cy="4893311"/>
              </a:xfrm>
              <a:blipFill>
                <a:blip r:embed="rId2"/>
                <a:stretch>
                  <a:fillRect l="-1910" t="-473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CFFC455A-24B5-16BA-2A79-1F71B4303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893" y="4437749"/>
            <a:ext cx="5961521" cy="208116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24880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79D2F-E212-3230-5FE9-FAE21EC7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3D4732-2F8C-FD1D-2B87-4288FB924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830261"/>
            <a:ext cx="10018713" cy="585471"/>
          </a:xfrm>
        </p:spPr>
        <p:txBody>
          <a:bodyPr>
            <a:noAutofit/>
          </a:bodyPr>
          <a:lstStyle/>
          <a:p>
            <a:r>
              <a:rPr lang="hu-HU" b="0" i="0" u="none" strike="noStrike" baseline="0" dirty="0"/>
              <a:t>Vegyes </a:t>
            </a:r>
            <a:r>
              <a:rPr lang="fr-FR" dirty="0"/>
              <a:t>gyorsrendezés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CA9223-B7D7-AF03-6AE0-25292F350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479" y="1920240"/>
            <a:ext cx="8161001" cy="4608831"/>
          </a:xfrm>
        </p:spPr>
        <p:txBody>
          <a:bodyPr anchor="t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hu-HU" sz="2800" b="0" i="0" u="none" strike="noStrike" baseline="0" dirty="0"/>
              <a:t>Legrosszabb esetének javítása (</a:t>
            </a:r>
            <a:r>
              <a:rPr lang="hu-HU" sz="28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hu-HU" sz="2800" i="1" baseline="30000" dirty="0"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hu-HU" sz="2800" b="0" i="0" u="none" strike="noStrike" baseline="0" dirty="0"/>
              <a:t> -&gt; </a:t>
            </a:r>
            <a:r>
              <a:rPr lang="el-GR" sz="2800" b="0" i="0" u="none" strike="noStrike" baseline="0" dirty="0"/>
              <a:t>Θ(</a:t>
            </a:r>
            <a:r>
              <a:rPr lang="hu-HU" sz="2800" b="0" i="1" u="none" strike="noStrike" baseline="0" dirty="0"/>
              <a:t>n</a:t>
            </a:r>
            <a:r>
              <a:rPr lang="hu-HU" sz="2800" b="0" i="0" u="none" strike="noStrike" baseline="0" dirty="0"/>
              <a:t> log </a:t>
            </a:r>
            <a:r>
              <a:rPr lang="hu-HU" sz="2800" b="0" i="1" u="none" strike="noStrike" baseline="0" dirty="0"/>
              <a:t>n</a:t>
            </a:r>
            <a:r>
              <a:rPr lang="hu-HU" sz="2800" b="0" i="0" u="none" strike="noStrike" baseline="0" dirty="0"/>
              <a:t>)) </a:t>
            </a:r>
          </a:p>
          <a:p>
            <a:pPr lvl="1"/>
            <a:r>
              <a:rPr lang="hu-HU" sz="2400" b="0" i="0" u="none" strike="noStrike" baseline="0" dirty="0"/>
              <a:t>rekurzív eljárásában: a rekurziós mélységet </a:t>
            </a:r>
            <a:r>
              <a:rPr lang="hu-HU" sz="2400" dirty="0"/>
              <a:t>figyelése</a:t>
            </a:r>
            <a:endParaRPr lang="hu-HU" sz="2400" b="0" i="0" u="none" strike="noStrike" baseline="0" dirty="0"/>
          </a:p>
          <a:p>
            <a:pPr lvl="1"/>
            <a:r>
              <a:rPr lang="hu-HU" sz="2400" b="0" i="0" u="none" strike="noStrike" baseline="0" dirty="0"/>
              <a:t>Bizonyos (pl. 2 log </a:t>
            </a:r>
            <a:r>
              <a:rPr lang="hu-HU" sz="2400" b="0" i="1" u="none" strike="noStrike" baseline="0" dirty="0"/>
              <a:t>n</a:t>
            </a:r>
            <a:r>
              <a:rPr lang="hu-HU" sz="2400" b="0" i="0" u="none" strike="noStrike" baseline="0" dirty="0"/>
              <a:t>) mélység meghaladásánál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400" b="0" i="0" u="none" strike="noStrike" baseline="0" dirty="0"/>
              <a:t> áttérünk valamelyik gyors rendezésre</a:t>
            </a:r>
            <a:br>
              <a:rPr lang="hu-HU" sz="2400" b="0" i="0" u="none" strike="noStrike" baseline="0" dirty="0"/>
            </a:br>
            <a:r>
              <a:rPr lang="hu-HU" sz="2400" b="0" i="0" u="none" strike="noStrike" baseline="0" dirty="0"/>
              <a:t> (pl. </a:t>
            </a:r>
            <a:r>
              <a:rPr lang="hu-HU" sz="2400" b="0" i="0" u="none" strike="noStrike" baseline="0" dirty="0" err="1"/>
              <a:t>heap</a:t>
            </a:r>
            <a:r>
              <a:rPr lang="hu-HU" sz="2400" b="0" i="0" u="none" strike="noStrike" baseline="0" dirty="0"/>
              <a:t>, </a:t>
            </a:r>
            <a:r>
              <a:rPr lang="hu-HU" sz="2400" b="0" i="0" u="none" strike="noStrike" baseline="0" dirty="0" err="1"/>
              <a:t>merge</a:t>
            </a:r>
            <a:r>
              <a:rPr lang="hu-HU" sz="2400" b="0" i="0" u="none" strike="noStrike" baseline="0" dirty="0"/>
              <a:t>). </a:t>
            </a:r>
            <a:endParaRPr lang="hu-HU" sz="2400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8622AD55-B5C1-F349-874A-7C843430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776" y="3706495"/>
            <a:ext cx="3909526" cy="245702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589682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10490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584" y="1645301"/>
            <a:ext cx="10188881" cy="4090480"/>
          </a:xfrm>
        </p:spPr>
        <p:txBody>
          <a:bodyPr>
            <a:normAutofit/>
          </a:bodyPr>
          <a:lstStyle/>
          <a:p>
            <a:r>
              <a:rPr lang="hu-HU" dirty="0"/>
              <a:t>A gyorsrendezés stabil rendezés-e?</a:t>
            </a:r>
          </a:p>
          <a:p>
            <a:r>
              <a:rPr lang="hu-HU" dirty="0"/>
              <a:t>Mennyi a gyorsrendezés műveletigénye és tárigénye? Miért?</a:t>
            </a:r>
          </a:p>
          <a:p>
            <a:r>
              <a:rPr lang="hu-HU" dirty="0"/>
              <a:t>Adja meg a gyorsrendezés lépéseit!</a:t>
            </a:r>
          </a:p>
          <a:p>
            <a:r>
              <a:rPr lang="hu-HU" dirty="0"/>
              <a:t>Adja meg a gyorsrendezés </a:t>
            </a:r>
            <a:r>
              <a:rPr lang="hu-HU" dirty="0" err="1"/>
              <a:t>struktogramjait</a:t>
            </a:r>
            <a:r>
              <a:rPr lang="hu-HU" dirty="0"/>
              <a:t>!</a:t>
            </a:r>
          </a:p>
          <a:p>
            <a:pPr lvl="1"/>
            <a:r>
              <a:rPr lang="hu-HU" dirty="0"/>
              <a:t>Tömbre</a:t>
            </a:r>
          </a:p>
          <a:p>
            <a:pPr lvl="1"/>
            <a:r>
              <a:rPr lang="hu-HU" dirty="0"/>
              <a:t>Egyszerű egyirányú listára</a:t>
            </a:r>
          </a:p>
          <a:p>
            <a:pPr lvl="1"/>
            <a:r>
              <a:rPr lang="hu-HU" dirty="0"/>
              <a:t>Ciklikus </a:t>
            </a:r>
            <a:r>
              <a:rPr lang="hu-HU" dirty="0" err="1"/>
              <a:t>kétirányú</a:t>
            </a:r>
            <a:r>
              <a:rPr lang="hu-HU" dirty="0"/>
              <a:t> listára</a:t>
            </a:r>
          </a:p>
          <a:p>
            <a:r>
              <a:rPr lang="hu-HU" sz="2400" dirty="0">
                <a:effectLst/>
                <a:ea typeface="Calibri" panose="020F0502020204030204" pitchFamily="34" charset="0"/>
                <a:cs typeface="F78"/>
              </a:rPr>
              <a:t>Hogyan lehet a gyorsrendezést javítani?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80500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 dirty="0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 dirty="0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329238"/>
            <a:ext cx="6568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2000" dirty="0"/>
              <a:t>A bemutató Ásványi Tibor: </a:t>
            </a:r>
            <a:r>
              <a:rPr lang="hu-HU" sz="2000" b="0" i="0" u="none" strike="noStrike" baseline="0" dirty="0">
                <a:latin typeface="F30"/>
              </a:rPr>
              <a:t>Algoritmusok és adatszerkezetek I.</a:t>
            </a:r>
          </a:p>
          <a:p>
            <a:pPr algn="r"/>
            <a:r>
              <a:rPr lang="hu-HU" sz="2000" b="0" i="0" u="none" strike="noStrike" baseline="0" dirty="0">
                <a:latin typeface="F30"/>
              </a:rPr>
              <a:t>Előadásjegyzete alapján készült.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548089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33899</TotalTime>
  <Words>2388</Words>
  <Application>Microsoft Office PowerPoint</Application>
  <PresentationFormat>Szélesvásznú</PresentationFormat>
  <Paragraphs>633</Paragraphs>
  <Slides>47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47</vt:i4>
      </vt:variant>
    </vt:vector>
  </HeadingPairs>
  <TitlesOfParts>
    <vt:vector size="56" baseType="lpstr">
      <vt:lpstr>Aptos</vt:lpstr>
      <vt:lpstr>Arial</vt:lpstr>
      <vt:lpstr>Calibri</vt:lpstr>
      <vt:lpstr>Cambria Math</vt:lpstr>
      <vt:lpstr>Corbel</vt:lpstr>
      <vt:lpstr>F30</vt:lpstr>
      <vt:lpstr>Times New Roman</vt:lpstr>
      <vt:lpstr>Wingdings</vt:lpstr>
      <vt:lpstr>Parallax</vt:lpstr>
      <vt:lpstr>Algoritmusok és adatszerkezetek I. 4. Előadás</vt:lpstr>
      <vt:lpstr>Tartalom</vt:lpstr>
      <vt:lpstr>Gyorsrendezés - Quicksort</vt:lpstr>
      <vt:lpstr>Gyorsrendezés lépései</vt:lpstr>
      <vt:lpstr>Gyorsrendezés algoritmusa</vt:lpstr>
      <vt:lpstr>Partition függvény:</vt:lpstr>
      <vt:lpstr>Partition függvény</vt:lpstr>
      <vt:lpstr>Partition függvény 2. ciklus végrehajtásai</vt:lpstr>
      <vt:lpstr>Partition függvény 2. ciklus végrehajtásai</vt:lpstr>
      <vt:lpstr>Partition függvény</vt:lpstr>
      <vt:lpstr>Partition függvény</vt:lpstr>
      <vt:lpstr>A gyors- rendezés  C# kódja*</vt:lpstr>
      <vt:lpstr>A gyorsrendezés (quicksort) műveletigénye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PowerPoint-bemutató</vt:lpstr>
      <vt:lpstr>A gyorsrendezés lejátszása:* a particionálás minden esetben az aktuális résztömb utolsó elemét választja tengelynek</vt:lpstr>
      <vt:lpstr>Vegyes gyorsrendezés</vt:lpstr>
      <vt:lpstr>Vegyes gyorsrendezés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4</cp:revision>
  <dcterms:created xsi:type="dcterms:W3CDTF">2022-02-02T14:32:23Z</dcterms:created>
  <dcterms:modified xsi:type="dcterms:W3CDTF">2025-03-05T09:45:28Z</dcterms:modified>
</cp:coreProperties>
</file>